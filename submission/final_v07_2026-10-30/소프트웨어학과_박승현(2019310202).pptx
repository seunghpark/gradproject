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fd8ba76ec44130" /><Relationship Type="http://schemas.openxmlformats.org/officeDocument/2006/relationships/extended-properties" Target="/docProps/app.xml" Id="Rbd78d7f8657b4ad2" /><Relationship Type="http://schemas.openxmlformats.org/officeDocument/2006/relationships/officeDocument" Target="/ppt/presentation.xml" Id="R08d7840a16474d60" /></Relationships>
</file>

<file path=ppt/presentation.xml><?xml version="1.0" encoding="utf-8"?>
<p:presentation xmlns:p="http://schemas.openxmlformats.org/presentationml/2006/main">
  <p:sldMasterIdLst>
    <p:sldMasterId xmlns:r="http://schemas.openxmlformats.org/officeDocument/2006/relationships" id="2147483648" r:id="Rb7f387ac7a944389"/>
  </p:sldMasterIdLst>
  <p:notesMasterIdLst>
    <p:notesMasterId xmlns:r="http://schemas.openxmlformats.org/officeDocument/2006/relationships" r:id="R3d2b2ca4282a4c96"/>
  </p:notesMasterIdLst>
  <p:sldIdLst>
    <p:sldId xmlns:r="http://schemas.openxmlformats.org/officeDocument/2006/relationships" id="256" r:id="R7df3377a034d4d1f"/>
    <p:sldId xmlns:r="http://schemas.openxmlformats.org/officeDocument/2006/relationships" id="257" r:id="R7a3fd877ab6445fb"/>
    <p:sldId xmlns:r="http://schemas.openxmlformats.org/officeDocument/2006/relationships" id="258" r:id="Re12d5ea2c3314c7c"/>
    <p:sldId xmlns:r="http://schemas.openxmlformats.org/officeDocument/2006/relationships" id="259" r:id="Ra6fd1cf5c0244c6f"/>
    <p:sldId xmlns:r="http://schemas.openxmlformats.org/officeDocument/2006/relationships" id="260" r:id="Rdbddc08f54d64bda"/>
    <p:sldId xmlns:r="http://schemas.openxmlformats.org/officeDocument/2006/relationships" id="261" r:id="R85798319b2ed40d7"/>
    <p:sldId xmlns:r="http://schemas.openxmlformats.org/officeDocument/2006/relationships" id="262" r:id="R58bef632920f48ba"/>
    <p:sldId xmlns:r="http://schemas.openxmlformats.org/officeDocument/2006/relationships" id="263" r:id="R567e5b0d7fa44892"/>
    <p:sldId xmlns:r="http://schemas.openxmlformats.org/officeDocument/2006/relationships" id="264" r:id="R8bb592fbb2be4171"/>
    <p:sldId xmlns:r="http://schemas.openxmlformats.org/officeDocument/2006/relationships" id="265" r:id="Rca44524486f9492b"/>
    <p:sldId xmlns:r="http://schemas.openxmlformats.org/officeDocument/2006/relationships" id="266" r:id="Rd4a63a8b922a4712"/>
    <p:sldId xmlns:r="http://schemas.openxmlformats.org/officeDocument/2006/relationships" id="267" r:id="Rf84eb19666224f26"/>
    <p:sldId xmlns:r="http://schemas.openxmlformats.org/officeDocument/2006/relationships" id="268" r:id="R4de9a9d260504c76"/>
    <p:sldId xmlns:r="http://schemas.openxmlformats.org/officeDocument/2006/relationships" id="269" r:id="R1f8163ea023b4f39"/>
    <p:sldId xmlns:r="http://schemas.openxmlformats.org/officeDocument/2006/relationships" id="270" r:id="R4179e390c0764fbc"/>
    <p:sldId xmlns:r="http://schemas.openxmlformats.org/officeDocument/2006/relationships" id="271" r:id="Rf684d9999a1742d4"/>
    <p:sldId xmlns:r="http://schemas.openxmlformats.org/officeDocument/2006/relationships" id="272" r:id="Rdc7ead1ff77a4b84"/>
    <p:sldId xmlns:r="http://schemas.openxmlformats.org/officeDocument/2006/relationships" id="273" r:id="R5be00c5553244c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7a0b9c7b674932" /><Relationship Type="http://schemas.openxmlformats.org/officeDocument/2006/relationships/slideMaster" Target="/ppt/slideMasters/slideMaster1.xml" Id="Rb7f387ac7a944389" /><Relationship Type="http://schemas.openxmlformats.org/officeDocument/2006/relationships/notesMaster" Target="/ppt/notesMasters/notesMaster1.xml" Id="R3d2b2ca4282a4c96" /><Relationship Type="http://schemas.openxmlformats.org/officeDocument/2006/relationships/presProps" Target="/ppt/presProps.xml" Id="R4701a29ccb93433c" /><Relationship Type="http://schemas.openxmlformats.org/officeDocument/2006/relationships/tableStyles" Target="/ppt/tableStyles.xml" Id="R38b649618727462f" /><Relationship Type="http://schemas.openxmlformats.org/officeDocument/2006/relationships/slide" Target="/ppt/slides/slide1.xml" Id="R7df3377a034d4d1f" /><Relationship Type="http://schemas.openxmlformats.org/officeDocument/2006/relationships/slide" Target="/ppt/slides/slide2.xml" Id="R7a3fd877ab6445fb" /><Relationship Type="http://schemas.openxmlformats.org/officeDocument/2006/relationships/slide" Target="/ppt/slides/slide3.xml" Id="Re12d5ea2c3314c7c" /><Relationship Type="http://schemas.openxmlformats.org/officeDocument/2006/relationships/slide" Target="/ppt/slides/slide4.xml" Id="Ra6fd1cf5c0244c6f" /><Relationship Type="http://schemas.openxmlformats.org/officeDocument/2006/relationships/slide" Target="/ppt/slides/slide5.xml" Id="Rdbddc08f54d64bda" /><Relationship Type="http://schemas.openxmlformats.org/officeDocument/2006/relationships/slide" Target="/ppt/slides/slide6.xml" Id="R85798319b2ed40d7" /><Relationship Type="http://schemas.openxmlformats.org/officeDocument/2006/relationships/slide" Target="/ppt/slides/slide7.xml" Id="R58bef632920f48ba" /><Relationship Type="http://schemas.openxmlformats.org/officeDocument/2006/relationships/slide" Target="/ppt/slides/slide8.xml" Id="R567e5b0d7fa44892" /><Relationship Type="http://schemas.openxmlformats.org/officeDocument/2006/relationships/slide" Target="/ppt/slides/slide9.xml" Id="R8bb592fbb2be4171" /><Relationship Type="http://schemas.openxmlformats.org/officeDocument/2006/relationships/slide" Target="/ppt/slides/slide10.xml" Id="Rca44524486f9492b" /><Relationship Type="http://schemas.openxmlformats.org/officeDocument/2006/relationships/slide" Target="/ppt/slides/slide11.xml" Id="Rd4a63a8b922a4712" /><Relationship Type="http://schemas.openxmlformats.org/officeDocument/2006/relationships/slide" Target="/ppt/slides/slide12.xml" Id="Rf84eb19666224f26" /><Relationship Type="http://schemas.openxmlformats.org/officeDocument/2006/relationships/slide" Target="/ppt/slides/slide13.xml" Id="R4de9a9d260504c76" /><Relationship Type="http://schemas.openxmlformats.org/officeDocument/2006/relationships/slide" Target="/ppt/slides/slide14.xml" Id="R1f8163ea023b4f39" /><Relationship Type="http://schemas.openxmlformats.org/officeDocument/2006/relationships/slide" Target="/ppt/slides/slide15.xml" Id="R4179e390c0764fbc" /><Relationship Type="http://schemas.openxmlformats.org/officeDocument/2006/relationships/slide" Target="/ppt/slides/slide16.xml" Id="Rf684d9999a1742d4" /><Relationship Type="http://schemas.openxmlformats.org/officeDocument/2006/relationships/slide" Target="/ppt/slides/slide17.xml" Id="Rdc7ead1ff77a4b84" /><Relationship Type="http://schemas.openxmlformats.org/officeDocument/2006/relationships/slide" Target="/ppt/slides/slide18.xml" Id="R5be00c5553244c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1a0c578c344d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맑은 고딕"/>
        <a:ea typeface=""/>
        <a:cs typeface=""/>
      </a:majorFont>
      <a:minorFont>
        <a:latin typeface="맑은 고딕"/>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1e1e22ef1f48c0" /><Relationship Type="http://schemas.openxmlformats.org/officeDocument/2006/relationships/notesMaster" Target="/ppt/notesMasters/notesMaster1.xml" Id="R5b34d882ec4841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6850b416ae4bb0" /><Relationship Type="http://schemas.openxmlformats.org/officeDocument/2006/relationships/notesMaster" Target="/ppt/notesMasters/notesMaster1.xml" Id="R70d0ab8330c443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1e19cfb08f4814" /><Relationship Type="http://schemas.openxmlformats.org/officeDocument/2006/relationships/notesMaster" Target="/ppt/notesMasters/notesMaster1.xml" Id="Rb0de82db09f14f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e419f1c3e349c4" /><Relationship Type="http://schemas.openxmlformats.org/officeDocument/2006/relationships/notesMaster" Target="/ppt/notesMasters/notesMaster1.xml" Id="Rd09ed7949a5140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68dedb212a488f" /><Relationship Type="http://schemas.openxmlformats.org/officeDocument/2006/relationships/notesMaster" Target="/ppt/notesMasters/notesMaster1.xml" Id="R2170e028260149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e892617570446e" /><Relationship Type="http://schemas.openxmlformats.org/officeDocument/2006/relationships/notesMaster" Target="/ppt/notesMasters/notesMaster1.xml" Id="Ra18b6ee1923149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25416689a24adc" /><Relationship Type="http://schemas.openxmlformats.org/officeDocument/2006/relationships/notesMaster" Target="/ppt/notesMasters/notesMaster1.xml" Id="R315c3edb4bdb45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d8ae3b7c6f44f9" /><Relationship Type="http://schemas.openxmlformats.org/officeDocument/2006/relationships/notesMaster" Target="/ppt/notesMasters/notesMaster1.xml" Id="R92f787b6f45c4e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790a9833a24da6" /><Relationship Type="http://schemas.openxmlformats.org/officeDocument/2006/relationships/notesMaster" Target="/ppt/notesMasters/notesMaster1.xml" Id="R74105cc4ac6549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dfef4e158c44fc" /><Relationship Type="http://schemas.openxmlformats.org/officeDocument/2006/relationships/notesMaster" Target="/ppt/notesMasters/notesMaster1.xml" Id="R466b1f2a922a4c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f499e692664cdc" /><Relationship Type="http://schemas.openxmlformats.org/officeDocument/2006/relationships/notesMaster" Target="/ppt/notesMasters/notesMaster1.xml" Id="Re0d5e233baf44b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2df0b4311c4ad9" /><Relationship Type="http://schemas.openxmlformats.org/officeDocument/2006/relationships/notesMaster" Target="/ppt/notesMasters/notesMaster1.xml" Id="Rf3159fd6732740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58359985a0405c" /><Relationship Type="http://schemas.openxmlformats.org/officeDocument/2006/relationships/notesMaster" Target="/ppt/notesMasters/notesMaster1.xml" Id="Ree2c807eebe64f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0c61f83c33485d" /><Relationship Type="http://schemas.openxmlformats.org/officeDocument/2006/relationships/notesMaster" Target="/ppt/notesMasters/notesMaster1.xml" Id="Rdb762e70d15948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8f6d857505a4a6d" /><Relationship Type="http://schemas.openxmlformats.org/officeDocument/2006/relationships/notesMaster" Target="/ppt/notesMasters/notesMaster1.xml" Id="R7fc4780d3654428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8ce3c09a56e4f54" /><Relationship Type="http://schemas.openxmlformats.org/officeDocument/2006/relationships/notesMaster" Target="/ppt/notesMasters/notesMaster1.xml" Id="R259ce7ede9db4a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0954f85602f480b" /><Relationship Type="http://schemas.openxmlformats.org/officeDocument/2006/relationships/notesMaster" Target="/ppt/notesMasters/notesMaster1.xml" Id="R6f9bc0b62d1a4f4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b64392e13c4860" /><Relationship Type="http://schemas.openxmlformats.org/officeDocument/2006/relationships/notesMaster" Target="/ppt/notesMasters/notesMaster1.xml" Id="Rb245971c477d4f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완료된 경기의 통계와 복기 자료를 보여 주고, 초반 상태로 최종 승패를 추정하는 시스템을 소개한다. 발표에서는 구현한 기능과 실제 자료의 예측 성능을 구분한다. 신경망은 이번 소규모 평가에서 기준선을 능가하지 못했다.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KDA와 경기 전체 그래프는 사후 분석 자료다. 승리 확률은 정해진 초반 시점까지만 사용한다. 실시간 코칭, 챔피언 추천, 장기 실력 평가와 이용자의 승률 향상 검증은 수행하지 않았다. 관련연구에는 챔피언 조합, 초기 10분 자료, 개인·팀 분석 단위와 경기 시계열을 이용한 방법이 있으며, 본 작품은 고정된 초반 팀 차이에 MLP를 적용한다. 서로 다른 연구의 정확도를 직접 비교하지 않는다.</a:t>
            </a:r>
          </a:p>
          <a:p xmlns:a="http://schemas.openxmlformats.org/drawingml/2006/main">
            <a:r>
              <a:t/>
            </a:r>
          </a:p>
          <a:p xmlns:a="http://schemas.openxmlformats.org/drawingml/2006/main">
            <a:r>
              <a:t>근거: 보고서 관련연구 및 참고문헌 [1]–[3],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Riot ID와 지역을 입력하면 백엔드가 계정과 완료된 랭크 경기를 조회한다. 요청 간 간격과 Retry-After 처리를 적용한다. 분석 결과는 모델 파일의 내용과 추론 버전을 포함한 키로 캐시하므로 구버전 확률을 새 모델의 결과로 재사용하지 않는다. 연결이 어려울 때 자동 모드는 이용 가능한 캐시나 가상 플레이어의 합성 데모를 제공한다. 실제·합성 자료와 모델의 출처가 다르면 확률 계산을 거부한다.</a:t>
            </a:r>
          </a:p>
          <a:p xmlns:a="http://schemas.openxmlformats.org/drawingml/2006/main">
            <a:r>
              <a:t/>
            </a:r>
          </a:p>
          <a:p xmlns:a="http://schemas.openxmlformats.org/drawingml/2006/main">
            <a:r>
              <a:t>근거: 보고서 제안 작품 소개, `backend/app/main.py`, `backend/app/riot.py`, `backend/app/ml.py`. 구현 문서: https://developer.riotgames.com/docs/lol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자료의 패치는 16.20과 16.21이다. 한 시작 계정과 관측된 참가자 다섯 명에서 수집을 확장했으므로 참가자 중복과 선택 편향이 있다. 학습 구간은 블루 승리 48경기·레드 승리 35경기이고, 평가 구간은 각각 10경기·11경기다. 동일 경기를 양 팀 관점의 두 표본으로 복제하지 않았다. 경기 ID가 겹치지 않더라도 참가자까지 독립인 자료는 아니다. 모든 학습 경기가 끝난 뒤 첫 평가 경기가 시작하는 경계도 확인하였다.</a:t>
            </a:r>
          </a:p>
          <a:p xmlns:a="http://schemas.openxmlformats.org/drawingml/2006/main">
            <a:r>
              <a:t/>
            </a:r>
          </a:p>
          <a:p xmlns:a="http://schemas.openxmlformats.org/drawingml/2006/main">
            <a:r>
              <a:t>근거: `docs/DEEP_LEARNING_RESULTS.md`와 저장 평가 보고서의 집계 항목.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자료에서 선택한 프레임은 540.088–540.308초다. 다음 프레임이 엄격한 600초 상한을 조금 넘기 때문에 정확히 10분 시점의 관측이라고 말하지 않는다. 열 명 모두의 프레임이 있어야 하며 이벤트도 선택한 프레임 시각까지만 집계한다. 최종 승패는 정답으로만 사용한다. 전체 경기 골드 그래프와 경기 후 문구는 이후 정보를 포함하므로 초반 예측 입력과 구분한다.</a:t>
            </a:r>
          </a:p>
          <a:p xmlns:a="http://schemas.openxmlformats.org/drawingml/2006/main">
            <a:r>
              <a:t/>
            </a:r>
          </a:p>
          <a:p xmlns:a="http://schemas.openxmlformats.org/drawingml/2006/main">
            <a:r>
              <a:t>근거: 보고서 데이터와 전처리, `backend/app/ml.py`의 `extract_features`.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StandardScaler의 평균과 척도는 학습 83경기에서만 구한다. 학습에는 MLPClassifier, L-BFGS와 L2 정규화 alpha=1을 사용하였다. random_state=42, max_iter=2000, max_fun=20000, tol=1e-6이며 조기 종료를 사용하지 않았다. 고정 설정으로 1,062회 최적화 반복 후 수렴 경고 없이 종료했다. 반복 수를 epoch 수라고 부르지 않는다. 구조·시드·정규화 계수 탐색은 수행하지 않았다. 서비스는 JSON의 수치를 표준 라이브러리로 계산하며 잘못된 차원·비유한 값·오버플로가 있으면 추론을 중단한다.</a:t>
            </a:r>
          </a:p>
          <a:p xmlns:a="http://schemas.openxmlformats.org/drawingml/2006/main">
            <a:r>
              <a:t/>
            </a:r>
          </a:p>
          <a:p xmlns:a="http://schemas.openxmlformats.org/drawingml/2006/main">
            <a:r>
              <a:t>근거: `docs/DEEP_LEARNING_RESULTS.md`, 참고문헌 [4]. 구현 문서: https://scikit-learn.org/stable/modules/generated/sklearn.neural_network.MLPClassifier.html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상수 기준선은 학습 자료의 블루 승리 비율 48/83, 약 0.578313을 모든 경기에 출력한다. 평가 구간의 승리 비율을 사용하지 않는다. 정확도는 확률의 크기를 충분히 설명하지 못하므로 ROC-AUC와 Brier를 함께 제시한다. Brier는 평균 (예측 확률−실제 결과)²이며 낮을수록 좋다. AUC가 높아도 확률이 보정되었다는 뜻은 아니다. 평가 21경기에서는 한 경기 차이가 약 4.76%포인트다.</a:t>
            </a:r>
          </a:p>
          <a:p xmlns:a="http://schemas.openxmlformats.org/drawingml/2006/main">
            <a:r>
              <a:t/>
            </a:r>
          </a:p>
          <a:p xmlns:a="http://schemas.openxmlformats.org/drawingml/2006/main">
            <a:r>
              <a:t>근거: `docs/DEEP_LEARNING_RESULTS.md`, `backend/scripts/train_model.py`.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MLP 정확도는 상수 기준선과 같고 확률 오차는 더 크다. 로지스틱 회귀는 정확도와 AUC가 높았지만 Brier는 상수 기준선보다 나쁘다. 따라서 로지스틱 회귀도 확률 오차 개선을 입증하지 못했다. 두 학습 모델의 정답 수 차이는 두 경기다. 이 작은 차이만으로 통계적으로 유의한 우열이나 다른 자료에서의 일반적인 모델 순위를 주장하지 않는다. 수치는 동일한 시간순 분할에서 얻은 탐색 결과다.</a:t>
            </a:r>
          </a:p>
          <a:p xmlns:a="http://schemas.openxmlformats.org/drawingml/2006/main">
            <a:r>
              <a:t/>
            </a:r>
          </a:p>
          <a:p xmlns:a="http://schemas.openxmlformats.org/drawingml/2006/main">
            <a:r>
              <a:t>근거: 저장된 신경망 평가 보고서와 `docs/DEEP_LEARNING_RESULTS.md`.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학습 AUC는 0.995833, 학습 Brier는 0.034691이다. 이미 학습한 자료에서 계산한 진단값이므로 검증 성능으로 제시하지 않는다. 평가 점수가 크게 낮아진 원인을 과적합 하나로 확정할 수는 없으며 패치·참가자 분포 차이도 분리하여 측정하지 않았다. 신경망의 비선형 층이 존재한다는 사실은 예측 우수성을 보장하지 않는다. 본 구현은 L2 정규화를 사용하며 dropout은 구현하지 않았다.</a:t>
            </a:r>
          </a:p>
          <a:p xmlns:a="http://schemas.openxmlformats.org/drawingml/2006/main">
            <a:r>
              <a:t/>
            </a:r>
          </a:p>
          <a:p xmlns:a="http://schemas.openxmlformats.org/drawingml/2006/main">
            <a:r>
              <a:t>근거: `docs/DEEP_LEARNING_RESULTS.md`, 과적합 배경 참고문헌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backend/data/model_comparison.json 및 model.json. 학습 83경기, 평가 21경기 분할을 유지했다. RF는 200 trees, max_depth=5, min_samples_leaf=3, seed=42다. 평가셋을 이미 확인한 후 고정 설정을 선택했다. 성능에 맞춘 탐색은 하지 않았지만 독립 검증으로 해석할 수 없다. RF는 LR보다 AUC가 낮고 상수보다 Brier가 높다. XGBoost는 설치되지 않아 평가하지 않았다. 사용자 기억 속 1,000경기의 결과는 복구·재현하지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backend/data/timeline_models.json. 목표 5–15분에 각각 독립 MLP와 학습 내부 표준화를 사용했다. 같은 전역 83/21 분할이며 후반 종료 경기 제외로 표본이 감소한다. 11개 시점의 227개 관측은 같은 20–21경기의 반복이고 독립 227경기가 아니다. 16–20분은 최소 평가 표본 20개를 충족하지 않아 생략했다. 원본 MLP와 hyperparameter 동일, 시점 중 최고 성능을 선택하지 않았다. 확률 보정 및 일반화 성능은 검증하지 않았다. 실제 프레임 시각을 앱에 표시한다.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0.6.0 구현: Riot 직접 분석이 주 경로이다. OP.GG 공식 MCP의 스키마와 빌드 응답, 별도 과거 시즌 랭크 API를 확인했다. FOW/GGQ/DEEPLOL/YOUR.GG 전체 데이터나 내부 알고리즘을 복제하지 않았다. YouTube 메타데이터 조회는 영상 품질이나 실제 패치 적합성의 보증이 아니다. 현재 랭크와 provider season ID 아카이브는 과거 학습 경기의 검증된 티어로 소급하지 않는다. 근거: backend/app/native_review.py, native_catalog.py, tips_engine.py, rank_history.py, opgg_archive.py, docs/RANK_HISTORY_2026-10-30.md.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0.6.0 시작 시 수집 DB 180경기, 챔피언 집계 440그룹, computation_version=2. 구매 순서 사용 가능 player-game 1749, 스킬 1800. 이후 기능 확인으로 수집 DB가 증가해도 이 날짜의 초기 집계와 원래 연구 JSONL은 분리한다. 순서는 관측 선택이며 소모품과 하위 아이템을 포함한다. 직전 거래와 일치하는 undo만 취소하며 모호한 사건은 신뢰 가능한 구매 집계에서 뺀다. 일반 SKILL_LEVEL_UP만 Q/W/E/R에 반영하고 누락을 보충하지 않는다. 근거: backend/app/loadout_timeline.py, native_catalog.py, match_store.py; Riot MATCH-V5 https://developer.riotgames.com/apis#match-v5/GET_getTimeline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tips_engine.py: gap=max(0,(50-performance_percentile)/100), tie-midrank percentiles, lower deaths better. Consistency uses recency decay .85 per older game; equal weights sum to one across usable metrics. Require 30 distinct reference games and ten player digests per metric; exclude own digest and every loaded match. Champion-specific cohort only when all reviewed games use one champion and &gt;=50 reference games. PracticeTracker freezes baseline IDs/means and measures only first three later stored games in same role, patch and queue. Four supported targets: CS/min, vision/min, kill participation percent, deaths. Private local notes are not authenticated peer testimony or an efficacy experiment. Sources: backend/app/tips_engine.py, tips_config.json, practice.py; docs/TIPS_ENGINE.md.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backend/data/later_validation.json, evaluated_at 2026-10-30T09:12:05.506471+00:00; plan hash bfae4f00a42a805daa4d01a83c7d610b3b630331c5096e554ab3aca47406fa77. Original MLP SHA 9a64650a4dade3b14c0370c999df8573b36da524cd6a413dee9b492a6cee017e unchanged. Collection snapshot 180 games: exclude original/viewed108 and37 before model creation; evaluate35 one blue-side row per game,15blue20red wins. No fitting, tuning or active replacement. Initial predetermined first three other players yielded eight eligible games; coverage extended once to remaining six before calculating performance. Retrospective convenience sampling and protocol choice limit independence; 316unique participants,3 also in original snapshot. Same held-out games from original104 are not reused here. The original21 and additional35 are different samples; 57.14 versus47.62 is not a trained-model improvement. Constant probability48/83. Minimum20 is a reporting gate, not proof of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User-confirmed normal Cursor-terminal output: 276 passed,1 warning,6subtests passed in32.90s. One existing Starlette/httpx deprecation warning; no dependency change. Restricted session246 tests+6subtests. Frontend41 tests,TypeScript and production build passed. Real 0.6.0 health and catalog,loadout/tip/audit endpoints checked; original raw/model hashes preserved. A private backup tool uses SQLite backup and per-file SHA checks, excluding API keys/cache. School submission, adviser signature and accepted HWP format are separate. Functional checks do not establish prediction quality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outcome and prediction outcome are separate. Deep MLP is implemented and evaluated but remains exploratory. Equal-weight review priorities and personal before/after observations are descriptive. Authenticated peer feedback and sufficient prospective low-elo samples are unavailable; no numbers invented. Voice/live coaching and estimated skill tier remain deferred. Original experiment from lost computer is not recovered. Existing academic review copies preserved; student reflection and adviser approval require student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정확한 서지와 원문 링크는 최종보고서 참고문헌을 따른다. [1] 정보처리학회논문지 소프트웨어 및 데이터공학 9(2), 61–68. https://doi.org/10.3745/KTSDE.2020.9.2.61</a:t>
            </a:r>
          </a:p>
          <a:p xmlns:a="http://schemas.openxmlformats.org/drawingml/2006/main">
            <a:r>
              <a:t/>
            </a:r>
          </a:p>
          <a:p xmlns:a="http://schemas.openxmlformats.org/drawingml/2006/main">
            <a:r>
              <a:t>[2] 한국게임학회 논문지 21(4), 3–12. https://doi.org/10.7583/JKGS.2021.21.4.3</a:t>
            </a:r>
          </a:p>
          <a:p xmlns:a="http://schemas.openxmlformats.org/drawingml/2006/main">
            <a:r>
              <a:t/>
            </a:r>
          </a:p>
          <a:p xmlns:a="http://schemas.openxmlformats.org/drawingml/2006/main">
            <a:r>
              <a:t>[3] 한국컴퓨터정보학회논문지 28(12), 23–32. https://doi.org/10.9708/jksci.2023.28.12.023</a:t>
            </a:r>
          </a:p>
          <a:p xmlns:a="http://schemas.openxmlformats.org/drawingml/2006/main">
            <a:r>
              <a:t/>
            </a:r>
          </a:p>
          <a:p xmlns:a="http://schemas.openxmlformats.org/drawingml/2006/main">
            <a:r>
              <a:t>[4] Nature 521, 436–444. https://doi.org/10.1038/nature14539</a:t>
            </a:r>
          </a:p>
          <a:p xmlns:a="http://schemas.openxmlformats.org/drawingml/2006/main">
            <a:r>
              <a:t/>
            </a:r>
          </a:p>
          <a:p xmlns:a="http://schemas.openxmlformats.org/drawingml/2006/main">
            <a:r>
              <a:t>[5] Dropout: A Simple Way to Prevent Neural Networks from Overfitting. Journal of Machine Learning Research 15(56), 1929–1958. https://www.jmlr.org/papers/v15/srivastava14a.html</a:t>
            </a:r>
          </a:p>
          <a:p xmlns:a="http://schemas.openxmlformats.org/drawingml/2006/main">
            <a:r>
              <a:t/>
            </a:r>
          </a:p>
          <a:p xmlns:a="http://schemas.openxmlformats.org/drawingml/2006/main">
            <a:r>
              <a:t>[6] SBGames 2018, Computing Track Short Papers, 639–642. https://www.sbgames.org/sbgames2018/files/papers/ComputacaoShort/188226.pdf</a:t>
            </a:r>
          </a:p>
          <a:p xmlns:a="http://schemas.openxmlformats.org/drawingml/2006/main">
            <a:r>
              <a:t/>
            </a:r>
          </a:p>
          <a:p xmlns:a="http://schemas.openxmlformats.org/drawingml/2006/main">
            <a:r>
              <a:t>구현 참고자료: Riot Games 개발자 문서 https://developer.riotgames.com/docs/lol 및 scikit-learn 신경망 안내 https://scikit-learn.org/stable/modules/neural_networks_supervised.html</a:t>
            </a:r>
          </a:p>
          <a:p xmlns:a="http://schemas.openxmlformats.org/drawingml/2006/main">
            <a:r>
              <a:t/>
            </a:r>
          </a:p>
          <a:p xmlns:a="http://schemas.openxmlformats.org/drawingml/2006/main">
            <a:r>
              <a:t>자체 실험 근거: 최종보고서와 `docs/DEEP_LEARNING_RESULTS.md`, `docs/QA_RESULTS.md`, `docs/TEST_RESULTS.txt`. 선행연구의 정확도를 자체 실적으로 사용하지 않는다.</a:t>
            </a:r>
          </a:p>
          <a:p xmlns:a="http://schemas.openxmlformats.org/drawingml/2006/main">
            <a:r>
              <a:t>추가 구현 문서: Google YouTube Data API v3 search.list https://developers.google.com/youtube/v3/docs/search/list 및 videos.list https://developers.google.com/youtube/v3/docs/videos/list . OP.GG MCP https://mcp.op.gg/ 는 도구 목록 스키마 조회만 시도했고 연결에 실패했다.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fdaa31819b44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c68be298984a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86fcec14cd45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e675c1e8b244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7872460dc3144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30b369212c4f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60ADDC-7392-43B9-BD19-2A1E6E19B3F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A5D9C8-F325-45BD-BAB8-B69FFF4C2E5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EC97F5-21B0-4610-AC12-929AE050F4D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210F67-F283-4451-8953-E1986BECFE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9FB109-665A-4816-8E71-15BBBCF30B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7610E15-CA47-40E7-AB44-3B1DBE020C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0E1A7D-751A-4381-825C-247A988F20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8B275F-528F-45F1-A615-A867D2EDC8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7597EC-FF67-4461-B7D0-34434ACAA5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8D5B8B-EBCF-4069-8775-6E81F26098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22f5f051b7487e" /><Relationship Type="http://schemas.openxmlformats.org/officeDocument/2006/relationships/slideLayout" Target="/ppt/slideLayouts/slideLayout1.xml" Id="R8153945039fa44ff" /><Relationship Type="http://schemas.openxmlformats.org/officeDocument/2006/relationships/slideLayout" Target="/ppt/slideLayouts/slideLayout2.xml" Id="Re5abba8656f24078" /><Relationship Type="http://schemas.openxmlformats.org/officeDocument/2006/relationships/slideLayout" Target="/ppt/slideLayouts/slideLayout3.xml" Id="R04f1ff3597694bc4" /><Relationship Type="http://schemas.openxmlformats.org/officeDocument/2006/relationships/slideLayout" Target="/ppt/slideLayouts/slideLayout4.xml" Id="R43732cb163624f17" /><Relationship Type="http://schemas.openxmlformats.org/officeDocument/2006/relationships/slideLayout" Target="/ppt/slideLayouts/slideLayout5.xml" Id="R808dc1e0642d46bc" /><Relationship Type="http://schemas.openxmlformats.org/officeDocument/2006/relationships/slideLayout" Target="/ppt/slideLayouts/slideLayout6.xml" Id="R608582e365ff40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53945039fa44ff"/>
    <p:sldLayoutId xmlns:r="http://schemas.openxmlformats.org/officeDocument/2006/relationships" id="2147483650" r:id="Re5abba8656f24078"/>
    <p:sldLayoutId xmlns:r="http://schemas.openxmlformats.org/officeDocument/2006/relationships" id="2147483651" r:id="R04f1ff3597694bc4"/>
    <p:sldLayoutId xmlns:r="http://schemas.openxmlformats.org/officeDocument/2006/relationships" id="2147483652" r:id="R43732cb163624f17"/>
    <p:sldLayoutId xmlns:r="http://schemas.openxmlformats.org/officeDocument/2006/relationships" id="2147483653" r:id="R808dc1e0642d46bc"/>
    <p:sldLayoutId xmlns:r="http://schemas.openxmlformats.org/officeDocument/2006/relationships" id="2147483654" r:id="R608582e365ff40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맑은 고딕"/>
        <a:ea typeface=""/>
        <a:cs typeface=""/>
      </a:majorFont>
      <a:minorFont>
        <a:latin typeface="맑은 고딕"/>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fe22656d8094273" /><Relationship Type="http://schemas.openxmlformats.org/officeDocument/2006/relationships/notesSlide" Target="/ppt/notesSlides/notesSlide1.xml" Id="R1ab2d9cf49e041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051bd7ccd334276" /><Relationship Type="http://schemas.openxmlformats.org/officeDocument/2006/relationships/notesSlide" Target="/ppt/notesSlides/notesSlide2.xml" Id="R0b3e0720ca094f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573d4d918ec4485" /><Relationship Type="http://schemas.openxmlformats.org/officeDocument/2006/relationships/notesSlide" Target="/ppt/notesSlides/notesSlide3.xml" Id="R56b3dfb095e34a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86101e80d524c71" /><Relationship Type="http://schemas.openxmlformats.org/officeDocument/2006/relationships/notesSlide" Target="/ppt/notesSlides/notesSlide4.xml" Id="R7564c5c3f4da43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acbab41d7504b0f" /><Relationship Type="http://schemas.openxmlformats.org/officeDocument/2006/relationships/notesSlide" Target="/ppt/notesSlides/notesSlide5.xml" Id="Rb360ce4769a142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a2e220645e44d26" /><Relationship Type="http://schemas.openxmlformats.org/officeDocument/2006/relationships/notesSlide" Target="/ppt/notesSlides/notesSlide6.xml" Id="R3c0d3d94017149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ba31987d6f243ba" /><Relationship Type="http://schemas.openxmlformats.org/officeDocument/2006/relationships/notesSlide" Target="/ppt/notesSlides/notesSlide7.xml" Id="R524b862d0cd648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5b445fb7524465c" /><Relationship Type="http://schemas.openxmlformats.org/officeDocument/2006/relationships/chart" Target="/ppt/slides/charts/chart1.xml" Id="Rbaeac090f2fb4017" /><Relationship Type="http://schemas.openxmlformats.org/officeDocument/2006/relationships/notesSlide" Target="/ppt/notesSlides/notesSlide8.xml" Id="Rce03560b375048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0f7e95fa76b442c" /><Relationship Type="http://schemas.openxmlformats.org/officeDocument/2006/relationships/chart" Target="/ppt/slides/charts/chart2.xml" Id="R91ea83af939348da" /><Relationship Type="http://schemas.openxmlformats.org/officeDocument/2006/relationships/notesSlide" Target="/ppt/notesSlides/notesSlide9.xml" Id="R7266ea741d914b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255aa39af4c4755" /><Relationship Type="http://schemas.openxmlformats.org/officeDocument/2006/relationships/notesSlide" Target="/ppt/notesSlides/notesSlide10.xml" Id="Re4702d411f854b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3f35c79739f48bc" /><Relationship Type="http://schemas.openxmlformats.org/officeDocument/2006/relationships/chart" Target="/ppt/slides/charts/chart3.xml" Id="R6e57cd9c53694344" /><Relationship Type="http://schemas.openxmlformats.org/officeDocument/2006/relationships/notesSlide" Target="/ppt/notesSlides/notesSlide11.xml" Id="Rdf2bc3a7c74f41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33179d2cf24ced" /><Relationship Type="http://schemas.openxmlformats.org/officeDocument/2006/relationships/notesSlide" Target="/ppt/notesSlides/notesSlide12.xml" Id="R4663593af48540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e37d2c1b95746f5" /><Relationship Type="http://schemas.openxmlformats.org/officeDocument/2006/relationships/notesSlide" Target="/ppt/notesSlides/notesSlide13.xml" Id="R9ec42c3308d448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6c7e3a1dab04536" /><Relationship Type="http://schemas.openxmlformats.org/officeDocument/2006/relationships/notesSlide" Target="/ppt/notesSlides/notesSlide14.xml" Id="R6fe5983294ab46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64cd80da566481e" /><Relationship Type="http://schemas.openxmlformats.org/officeDocument/2006/relationships/notesSlide" Target="/ppt/notesSlides/notesSlide15.xml" Id="R6d83687218464c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747f21c35a54fc8" /><Relationship Type="http://schemas.openxmlformats.org/officeDocument/2006/relationships/notesSlide" Target="/ppt/notesSlides/notesSlide16.xml" Id="Rd1ae05b3d0d44e4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766bca5b89747b8" /><Relationship Type="http://schemas.openxmlformats.org/officeDocument/2006/relationships/notesSlide" Target="/ppt/notesSlides/notesSlide17.xml" Id="Ra0835dc34a2f433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1e4d9c06faf4a50" /><Relationship Type="http://schemas.openxmlformats.org/officeDocument/2006/relationships/notesSlide" Target="/ppt/notesSlides/notesSlide18.xml" Id="R77fabf3fba954820" /></Relationships>
</file>

<file path=ppt/slides/charts/chart1.xml><?xml version="1.0" encoding="utf-8"?>
<c:chartSpace xmlns:c="http://schemas.openxmlformats.org/drawingml/2006/chart">
  <c:lang val="en-US"/>
  <c:chart>
    <c:plotArea>
      <c:barChart>
        <c:barDir val="col"/>
        <c:grouping val="clustered"/>
        <c:varyColors val="0"/>
        <c:ser>
          <c:idx val="0"/>
          <c:order val="0"/>
          <c:tx>
            <c:v>정확도</c:v>
          </c:tx>
          <c:spPr>
            <a:solidFill xmlns:a="http://schemas.openxmlformats.org/drawingml/2006/main">
              <a:srgbClr val="117A72"/>
            </a:solidFill>
          </c:spPr>
          <c:invertIfNegative val="0"/>
          <c:cat>
            <c:strLit>
              <c:ptCount val="3"/>
              <c:pt idx="0">
                <c:v>MLP</c:v>
              </c:pt>
              <c:pt idx="1">
                <c:v>로지스틱</c:v>
              </c:pt>
              <c:pt idx="2">
                <c:v>상수</c:v>
              </c:pt>
            </c:strLit>
          </c:cat>
          <c:val>
            <c:numLit>
              <c:formatCode>0%</c:formatCode>
              <c:ptCount val="3"/>
              <c:pt idx="0">
                <c:v>0.47619047619047616</c:v>
              </c:pt>
              <c:pt idx="1">
                <c:v>0.5714285714285714</c:v>
              </c:pt>
              <c:pt idx="2">
                <c:v>0.47619047619047616</c:v>
              </c:pt>
            </c:numLit>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32B3B"/>
                  </a:solidFil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4E5"/>
            </a:solidFill>
          </a:ln>
        </c:spPr>
        <c:txPr>
          <a:bodyPr xmlns:a="http://schemas.openxmlformats.org/drawingml/2006/main" anchorCtr="1"/>
          <a:lstStyle xmlns:a="http://schemas.openxmlformats.org/drawingml/2006/main"/>
          <a:p xmlns:a="http://schemas.openxmlformats.org/drawingml/2006/main">
            <a:pPr>
              <a:defRPr sz="1800">
                <a:solidFill>
                  <a:srgbClr val="223743"/>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DCE4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C6D75"/>
                </a:solidFil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학습 83경기</c:v>
          </c:tx>
          <c:spPr>
            <a:solidFill xmlns:a="http://schemas.openxmlformats.org/drawingml/2006/main">
              <a:srgbClr val="132B3B"/>
            </a:solidFill>
          </c:spPr>
          <c:invertIfNegative val="0"/>
          <c:cat>
            <c:strLit>
              <c:ptCount val="1"/>
              <c:pt idx="0">
                <c:v>MLP</c:v>
              </c:pt>
            </c:strLit>
          </c:cat>
          <c:val>
            <c:numLit>
              <c:formatCode>0%</c:formatCode>
              <c:ptCount val="1"/>
              <c:pt idx="0">
                <c:v>0.9518072289156626</c:v>
              </c:pt>
            </c:numLit>
          </c:val>
        </c:ser>
        <c:ser>
          <c:idx val="1"/>
          <c:order val="1"/>
          <c:tx>
            <c:v>평가 21경기</c:v>
          </c:tx>
          <c:spPr>
            <a:solidFill xmlns:a="http://schemas.openxmlformats.org/drawingml/2006/main">
              <a:srgbClr val="117A72"/>
            </a:solidFill>
          </c:spPr>
          <c:invertIfNegative val="0"/>
          <c:cat>
            <c:strLit>
              <c:ptCount val="1"/>
              <c:pt idx="0">
                <c:v>MLP</c:v>
              </c:pt>
            </c:strLit>
          </c:cat>
          <c:val>
            <c:numLit>
              <c:formatCode>0%</c:formatCode>
              <c:ptCount val="1"/>
              <c:pt idx="0">
                <c:v>0.47619047619047616</c:v>
              </c:pt>
            </c:numLit>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32B3B"/>
                  </a:solidFil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4E5"/>
            </a:solidFill>
          </a:ln>
        </c:spPr>
        <c:txPr>
          <a:bodyPr xmlns:a="http://schemas.openxmlformats.org/drawingml/2006/main" anchorCtr="1"/>
          <a:lstStyle xmlns:a="http://schemas.openxmlformats.org/drawingml/2006/main"/>
          <a:p xmlns:a="http://schemas.openxmlformats.org/drawingml/2006/main">
            <a:pPr>
              <a:defRPr sz="1800">
                <a:solidFill>
                  <a:srgbClr val="223743"/>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DCE4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C6D75"/>
                </a:solidFil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23743"/>
              </a:solidFil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lineChart>
        <c:grouping val="standard"/>
        <c:varyColors val="0"/>
        <c:ser>
          <c:idx val="0"/>
          <c:order val="0"/>
          <c:tx>
            <c:v>MLP</c:v>
          </c:tx>
          <c:spPr>
            <a:solidFill xmlns:a="http://schemas.openxmlformats.org/drawingml/2006/main">
              <a:srgbClr val="132B3B"/>
            </a:solidFill>
          </c:spPr>
          <c:marker>
            <c:symbol val="none"/>
          </c:marker>
          <c:cat>
            <c:numLit>
              <c:formatCode>General</c:formatCode>
              <c:ptCount val="11"/>
              <c:pt idx="0">
                <c:v>5</c:v>
              </c:pt>
              <c:pt idx="1">
                <c:v>6</c:v>
              </c:pt>
              <c:pt idx="2">
                <c:v>7</c:v>
              </c:pt>
              <c:pt idx="3">
                <c:v>8</c:v>
              </c:pt>
              <c:pt idx="4">
                <c:v>9</c:v>
              </c:pt>
              <c:pt idx="5">
                <c:v>10</c:v>
              </c:pt>
              <c:pt idx="6">
                <c:v>11</c:v>
              </c:pt>
              <c:pt idx="7">
                <c:v>12</c:v>
              </c:pt>
              <c:pt idx="8">
                <c:v>13</c:v>
              </c:pt>
              <c:pt idx="9">
                <c:v>14</c:v>
              </c:pt>
              <c:pt idx="10">
                <c:v>15</c:v>
              </c:pt>
            </c:numLit>
          </c:cat>
          <c:val>
            <c:numLit>
              <c:formatCode>0.00</c:formatCode>
              <c:ptCount val="11"/>
              <c:pt idx="0">
                <c:v>0.4310280371370873</c:v>
              </c:pt>
              <c:pt idx="1">
                <c:v>0.3071686898026309</c:v>
              </c:pt>
              <c:pt idx="2">
                <c:v>0.44088623138446464</c:v>
              </c:pt>
              <c:pt idx="3">
                <c:v>0.27930194895833127</c:v>
              </c:pt>
              <c:pt idx="4">
                <c:v>0.27195994805899143</c:v>
              </c:pt>
              <c:pt idx="5">
                <c:v>0.3726828054066416</c:v>
              </c:pt>
              <c:pt idx="6">
                <c:v>0.3371176204195042</c:v>
              </c:pt>
              <c:pt idx="7">
                <c:v>0.4086462754153188</c:v>
              </c:pt>
              <c:pt idx="8">
                <c:v>0.38938856304011293</c:v>
              </c:pt>
              <c:pt idx="9">
                <c:v>0.24110411257436465</c:v>
              </c:pt>
              <c:pt idx="10">
                <c:v>0.3517627716505767</c:v>
              </c:pt>
            </c:numLit>
          </c:val>
          <c:smooth val="0"/>
        </c:ser>
        <c:ser>
          <c:idx val="1"/>
          <c:order val="1"/>
          <c:tx>
            <c:v>로지스틱</c:v>
          </c:tx>
          <c:spPr>
            <a:solidFill xmlns:a="http://schemas.openxmlformats.org/drawingml/2006/main">
              <a:srgbClr val="117A72"/>
            </a:solidFill>
          </c:spPr>
          <c:marker>
            <c:symbol val="none"/>
          </c:marker>
          <c:cat>
            <c:numLit>
              <c:formatCode>General</c:formatCode>
              <c:ptCount val="11"/>
              <c:pt idx="0">
                <c:v>5</c:v>
              </c:pt>
              <c:pt idx="1">
                <c:v>6</c:v>
              </c:pt>
              <c:pt idx="2">
                <c:v>7</c:v>
              </c:pt>
              <c:pt idx="3">
                <c:v>8</c:v>
              </c:pt>
              <c:pt idx="4">
                <c:v>9</c:v>
              </c:pt>
              <c:pt idx="5">
                <c:v>10</c:v>
              </c:pt>
              <c:pt idx="6">
                <c:v>11</c:v>
              </c:pt>
              <c:pt idx="7">
                <c:v>12</c:v>
              </c:pt>
              <c:pt idx="8">
                <c:v>13</c:v>
              </c:pt>
              <c:pt idx="9">
                <c:v>14</c:v>
              </c:pt>
              <c:pt idx="10">
                <c:v>15</c:v>
              </c:pt>
            </c:numLit>
          </c:cat>
          <c:val>
            <c:numLit>
              <c:formatCode>0.00</c:formatCode>
              <c:ptCount val="11"/>
              <c:pt idx="0">
                <c:v>0.2909810418946909</c:v>
              </c:pt>
              <c:pt idx="1">
                <c:v>0.3129017280526469</c:v>
              </c:pt>
              <c:pt idx="2">
                <c:v>0.287074518031843</c:v>
              </c:pt>
              <c:pt idx="3">
                <c:v>0.26179702489382606</c:v>
              </c:pt>
              <c:pt idx="4">
                <c:v>0.26746831871584387</c:v>
              </c:pt>
              <c:pt idx="5">
                <c:v>0.2635612846431253</c:v>
              </c:pt>
              <c:pt idx="6">
                <c:v>0.2341092285997138</c:v>
              </c:pt>
              <c:pt idx="7">
                <c:v>0.2246606082403228</c:v>
              </c:pt>
              <c:pt idx="8">
                <c:v>0.2270990975502863</c:v>
              </c:pt>
              <c:pt idx="9">
                <c:v>0.23776794497966708</c:v>
              </c:pt>
              <c:pt idx="10">
                <c:v>0.2164751136601566</c:v>
              </c:pt>
            </c:numLit>
          </c:val>
          <c:smooth val="0"/>
        </c:ser>
        <c:ser>
          <c:idx val="2"/>
          <c:order val="2"/>
          <c:tx>
            <c:v>상수</c:v>
          </c:tx>
          <c:spPr>
            <a:solidFill xmlns:a="http://schemas.openxmlformats.org/drawingml/2006/main">
              <a:srgbClr val="A2784B"/>
            </a:solidFill>
          </c:spPr>
          <c:marker>
            <c:symbol val="none"/>
          </c:marker>
          <c:cat>
            <c:numLit>
              <c:formatCode>General</c:formatCode>
              <c:ptCount val="11"/>
              <c:pt idx="0">
                <c:v>5</c:v>
              </c:pt>
              <c:pt idx="1">
                <c:v>6</c:v>
              </c:pt>
              <c:pt idx="2">
                <c:v>7</c:v>
              </c:pt>
              <c:pt idx="3">
                <c:v>8</c:v>
              </c:pt>
              <c:pt idx="4">
                <c:v>9</c:v>
              </c:pt>
              <c:pt idx="5">
                <c:v>10</c:v>
              </c:pt>
              <c:pt idx="6">
                <c:v>11</c:v>
              </c:pt>
              <c:pt idx="7">
                <c:v>12</c:v>
              </c:pt>
              <c:pt idx="8">
                <c:v>13</c:v>
              </c:pt>
              <c:pt idx="9">
                <c:v>14</c:v>
              </c:pt>
              <c:pt idx="10">
                <c:v>15</c:v>
              </c:pt>
            </c:numLit>
          </c:cat>
          <c:val>
            <c:numLit>
              <c:formatCode>0.00</c:formatCode>
              <c:ptCount val="11"/>
              <c:pt idx="0">
                <c:v>0.25986216812171237</c:v>
              </c:pt>
              <c:pt idx="1">
                <c:v>0.25986216812171237</c:v>
              </c:pt>
              <c:pt idx="2">
                <c:v>0.25986216812171237</c:v>
              </c:pt>
              <c:pt idx="3">
                <c:v>0.25986216812171237</c:v>
              </c:pt>
              <c:pt idx="4">
                <c:v>0.25986216812171237</c:v>
              </c:pt>
              <c:pt idx="5">
                <c:v>0.25986216812171237</c:v>
              </c:pt>
              <c:pt idx="6">
                <c:v>0.2613523696212572</c:v>
              </c:pt>
              <c:pt idx="7">
                <c:v>0.2572873289708507</c:v>
              </c:pt>
              <c:pt idx="8">
                <c:v>0.2572873289708507</c:v>
              </c:pt>
              <c:pt idx="9">
                <c:v>0.2572873289708507</c:v>
              </c:pt>
              <c:pt idx="10">
                <c:v>0.2572873289708507</c:v>
              </c:pt>
            </c:numLit>
          </c:val>
          <c:smooth val="0"/>
        </c:ser>
        <c:dLbls>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목표 시점(분)</a:t>
                </a:r>
              </a:p>
            </c:rich>
          </c:tx>
          <c:overlay val="0"/>
        </c:title>
        <c:numFmt formatCode="General"/>
        <c:majorTickMark val="none"/>
        <c:minorTickMark val="none"/>
        <c:spPr>
          <a:ln xmlns:a="http://schemas.openxmlformats.org/drawingml/2006/main" w="9525">
            <a:solidFill>
              <a:srgbClr val="DCE4E5"/>
            </a:solidFill>
          </a:ln>
        </c:spPr>
        <c:txPr>
          <a:bodyPr xmlns:a="http://schemas.openxmlformats.org/drawingml/2006/main" anchorCtr="1"/>
          <a:lstStyle xmlns:a="http://schemas.openxmlformats.org/drawingml/2006/main"/>
          <a:p xmlns:a="http://schemas.openxmlformats.org/drawingml/2006/main">
            <a:pPr>
              <a:defRPr sz="1725">
                <a:solidFill>
                  <a:srgbClr val="223743"/>
                </a:solidFill>
                <a:latin typeface="맑은 고딕"/>
                <a:ea typeface="맑은 고딕"/>
                <a:cs typeface="맑은 고딕"/>
              </a:defRPr>
            </a:pPr>
          </a:p>
        </c:txPr>
        <c:crossAx val="48672768"/>
      </c:catAx>
      <c:valAx>
        <c:axId val="48672768"/>
        <c:scaling>
          <c:orientation val="minMax"/>
          <c:max val="0.5"/>
          <c:min val="0"/>
        </c:scaling>
        <c:delete val="0"/>
        <c:axPos val="l"/>
        <c:majorGridlines>
          <c:spPr>
            <a:ln xmlns:a="http://schemas.openxmlformats.org/drawingml/2006/main" w="9525">
              <a:solidFill>
                <a:srgbClr val="DCE4E5"/>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C6D75"/>
                </a:solidFill>
                <a:latin typeface="맑은 고딕"/>
                <a:ea typeface="맑은 고딕"/>
                <a:cs typeface="맑은 고딕"/>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223743"/>
              </a:solidFill>
              <a:latin typeface="맑은 고딕"/>
              <a:ea typeface="맑은 고딕"/>
              <a:cs typeface="맑은 고딕"/>
            </a:defRPr>
          </a:pPr>
        </a:p>
      </c:txPr>
    </c:legend>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BE906A8-D8D5-40DC-8FB7-B3DE99DA5E3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LolAi.gg</a:t>
            </a:r>
          </a:p>
        </p:txBody>
      </p:sp>
      <p:sp>
        <p:nvSpPr>
          <p:cNvPr id="3" name="">
            <a:extLst xmlns:a="http://schemas.openxmlformats.org/drawingml/2006/main">
              <a:ext uri="{FF2B5EF4-FFF2-40B4-BE49-F238E27FC236}">
                <a16:creationId xmlns:a16="http://schemas.microsoft.com/office/drawing/2014/main" id="{E35290C4-7232-4F0C-BD7F-E788BBCEA556}"/>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01</a:t>
            </a:r>
          </a:p>
        </p:txBody>
      </p:sp>
      <p:sp>
        <p:nvSpPr>
          <p:cNvPr id="4" name="">
            <a:extLst xmlns:a="http://schemas.openxmlformats.org/drawingml/2006/main">
              <a:ext uri="{FF2B5EF4-FFF2-40B4-BE49-F238E27FC236}">
                <a16:creationId xmlns:a16="http://schemas.microsoft.com/office/drawing/2014/main" id="{14253769-219E-4259-986E-69D06073E81D}"/>
              </a:ext>
            </a:extLst>
          </p:cNvPr>
          <p:cNvSpPr>
            <a:spLocks xmlns:a="http://schemas.openxmlformats.org/drawingml/2006/main" noGrp="1"/>
          </p:cNvSpPr>
          <p:nvPr/>
        </p:nvSpPr>
        <p:spPr>
          <a:xfrm xmlns:a="http://schemas.openxmlformats.org/drawingml/2006/main">
            <a:off x="609600" y="1809750"/>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150" b="1">
                <a:solidFill>
                  <a:srgbClr val="132B3B"/>
                </a:solidFill>
                <a:latin typeface="맑은 고딕"/>
                <a:ea typeface="맑은 고딕"/>
                <a:cs typeface="맑은 고딕"/>
              </a:defRPr>
            </a:defPPr>
            <a:lvl1pPr algn="l">
              <a:defRPr sz="3150" b="1">
                <a:solidFill>
                  <a:srgbClr val="132B3B"/>
                </a:solidFill>
                <a:latin typeface="맑은 고딕"/>
                <a:ea typeface="맑은 고딕"/>
                <a:cs typeface="맑은 고딕"/>
              </a:defRPr>
            </a:lvl1pPr>
            <a:lvl2pPr algn="l">
              <a:defRPr sz="3150" b="1">
                <a:solidFill>
                  <a:srgbClr val="132B3B"/>
                </a:solidFill>
                <a:latin typeface="맑은 고딕"/>
                <a:ea typeface="맑은 고딕"/>
                <a:cs typeface="맑은 고딕"/>
              </a:defRPr>
            </a:lvl2pPr>
            <a:lvl3pPr algn="l">
              <a:defRPr sz="3150" b="1">
                <a:solidFill>
                  <a:srgbClr val="132B3B"/>
                </a:solidFill>
                <a:latin typeface="맑은 고딕"/>
                <a:ea typeface="맑은 고딕"/>
                <a:cs typeface="맑은 고딕"/>
              </a:defRPr>
            </a:lvl3pPr>
            <a:lvl4pPr algn="l">
              <a:defRPr sz="3150" b="1">
                <a:solidFill>
                  <a:srgbClr val="132B3B"/>
                </a:solidFill>
                <a:latin typeface="맑은 고딕"/>
                <a:ea typeface="맑은 고딕"/>
                <a:cs typeface="맑은 고딕"/>
              </a:defRPr>
            </a:lvl4pPr>
            <a:lvl5pPr algn="l">
              <a:defRPr sz="3150" b="1">
                <a:solidFill>
                  <a:srgbClr val="132B3B"/>
                </a:solidFill>
                <a:latin typeface="맑은 고딕"/>
                <a:ea typeface="맑은 고딕"/>
                <a:cs typeface="맑은 고딕"/>
              </a:defRPr>
            </a:lvl5pPr>
            <a:lvl6pPr algn="l">
              <a:defRPr sz="3150" b="1">
                <a:solidFill>
                  <a:srgbClr val="132B3B"/>
                </a:solidFill>
                <a:latin typeface="맑은 고딕"/>
                <a:ea typeface="맑은 고딕"/>
                <a:cs typeface="맑은 고딕"/>
              </a:defRPr>
            </a:lvl6pPr>
            <a:lvl7pPr algn="l">
              <a:defRPr sz="3150" b="1">
                <a:solidFill>
                  <a:srgbClr val="132B3B"/>
                </a:solidFill>
                <a:latin typeface="맑은 고딕"/>
                <a:ea typeface="맑은 고딕"/>
                <a:cs typeface="맑은 고딕"/>
              </a:defRPr>
            </a:lvl7pPr>
            <a:lvl8pPr algn="l">
              <a:defRPr sz="3150" b="1">
                <a:solidFill>
                  <a:srgbClr val="132B3B"/>
                </a:solidFill>
                <a:latin typeface="맑은 고딕"/>
                <a:ea typeface="맑은 고딕"/>
                <a:cs typeface="맑은 고딕"/>
              </a:defRPr>
            </a:lvl8pPr>
            <a:lvl9pPr algn="l">
              <a:defRPr sz="3150" b="1">
                <a:solidFill>
                  <a:srgbClr val="132B3B"/>
                </a:solidFill>
                <a:latin typeface="맑은 고딕"/>
                <a:ea typeface="맑은 고딕"/>
                <a:cs typeface="맑은 고딕"/>
              </a:defRPr>
            </a:lvl9pPr>
          </a:lstStyle>
          <a:p xmlns:a="http://schemas.openxmlformats.org/drawingml/2006/main">
            <a:pPr algn="l">
              <a:defRPr sz="3150" b="1">
                <a:solidFill>
                  <a:srgbClr val="132B3B"/>
                </a:solidFill>
                <a:latin typeface="맑은 고딕"/>
                <a:ea typeface="맑은 고딕"/>
                <a:cs typeface="맑은 고딕"/>
              </a:defRPr>
            </a:pPr>
            <a:r>
              <a:rPr sz="3150" b="1">
                <a:solidFill>
                  <a:srgbClr val="132B3B"/>
                </a:solidFill>
                <a:latin typeface="맑은 고딕"/>
                <a:ea typeface="맑은 고딕"/>
                <a:cs typeface="맑은 고딕"/>
              </a:rPr>
              <a:t>딥러닝 기반 리그 오브 레전드</a:t>
            </a:r>
          </a:p>
          <a:p xmlns:a="http://schemas.openxmlformats.org/drawingml/2006/main">
            <a:pPr algn="l">
              <a:defRPr sz="3150" b="1">
                <a:solidFill>
                  <a:srgbClr val="132B3B"/>
                </a:solidFill>
                <a:latin typeface="맑은 고딕"/>
                <a:ea typeface="맑은 고딕"/>
                <a:cs typeface="맑은 고딕"/>
              </a:defRPr>
            </a:pPr>
            <a:r>
              <a:rPr sz="3150" b="1">
                <a:solidFill>
                  <a:srgbClr val="132B3B"/>
                </a:solidFill>
                <a:latin typeface="맑은 고딕"/>
                <a:ea typeface="맑은 고딕"/>
                <a:cs typeface="맑은 고딕"/>
              </a:rPr>
              <a:t>과거 경기 분석 및 승패 예측 시스템</a:t>
            </a:r>
          </a:p>
        </p:txBody>
      </p:sp>
      <p:sp>
        <p:nvSpPr>
          <p:cNvPr id="5" name="">
            <a:extLst xmlns:a="http://schemas.openxmlformats.org/drawingml/2006/main">
              <a:ext uri="{FF2B5EF4-FFF2-40B4-BE49-F238E27FC236}">
                <a16:creationId xmlns:a16="http://schemas.microsoft.com/office/drawing/2014/main" id="{C4DBFBD5-11E3-444E-85DC-8BA76568ED03}"/>
              </a:ext>
            </a:extLst>
          </p:cNvPr>
          <p:cNvSpPr>
            <a:spLocks xmlns:a="http://schemas.openxmlformats.org/drawingml/2006/main" noGrp="1"/>
          </p:cNvSpPr>
          <p:nvPr/>
        </p:nvSpPr>
        <p:spPr>
          <a:xfrm xmlns:a="http://schemas.openxmlformats.org/drawingml/2006/main">
            <a:off x="647700" y="4191000"/>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5C6D75"/>
                </a:solidFill>
                <a:latin typeface="맑은 고딕"/>
                <a:ea typeface="맑은 고딕"/>
                <a:cs typeface="맑은 고딕"/>
              </a:defRPr>
            </a:defPPr>
            <a:lvl1pPr algn="l">
              <a:defRPr sz="2025" b="0">
                <a:solidFill>
                  <a:srgbClr val="5C6D75"/>
                </a:solidFill>
                <a:latin typeface="맑은 고딕"/>
                <a:ea typeface="맑은 고딕"/>
                <a:cs typeface="맑은 고딕"/>
              </a:defRPr>
            </a:lvl1pPr>
            <a:lvl2pPr algn="l">
              <a:defRPr sz="2025" b="0">
                <a:solidFill>
                  <a:srgbClr val="5C6D75"/>
                </a:solidFill>
                <a:latin typeface="맑은 고딕"/>
                <a:ea typeface="맑은 고딕"/>
                <a:cs typeface="맑은 고딕"/>
              </a:defRPr>
            </a:lvl2pPr>
            <a:lvl3pPr algn="l">
              <a:defRPr sz="2025" b="0">
                <a:solidFill>
                  <a:srgbClr val="5C6D75"/>
                </a:solidFill>
                <a:latin typeface="맑은 고딕"/>
                <a:ea typeface="맑은 고딕"/>
                <a:cs typeface="맑은 고딕"/>
              </a:defRPr>
            </a:lvl3pPr>
            <a:lvl4pPr algn="l">
              <a:defRPr sz="2025" b="0">
                <a:solidFill>
                  <a:srgbClr val="5C6D75"/>
                </a:solidFill>
                <a:latin typeface="맑은 고딕"/>
                <a:ea typeface="맑은 고딕"/>
                <a:cs typeface="맑은 고딕"/>
              </a:defRPr>
            </a:lvl4pPr>
            <a:lvl5pPr algn="l">
              <a:defRPr sz="2025" b="0">
                <a:solidFill>
                  <a:srgbClr val="5C6D75"/>
                </a:solidFill>
                <a:latin typeface="맑은 고딕"/>
                <a:ea typeface="맑은 고딕"/>
                <a:cs typeface="맑은 고딕"/>
              </a:defRPr>
            </a:lvl5pPr>
            <a:lvl6pPr algn="l">
              <a:defRPr sz="2025" b="0">
                <a:solidFill>
                  <a:srgbClr val="5C6D75"/>
                </a:solidFill>
                <a:latin typeface="맑은 고딕"/>
                <a:ea typeface="맑은 고딕"/>
                <a:cs typeface="맑은 고딕"/>
              </a:defRPr>
            </a:lvl6pPr>
            <a:lvl7pPr algn="l">
              <a:defRPr sz="2025" b="0">
                <a:solidFill>
                  <a:srgbClr val="5C6D75"/>
                </a:solidFill>
                <a:latin typeface="맑은 고딕"/>
                <a:ea typeface="맑은 고딕"/>
                <a:cs typeface="맑은 고딕"/>
              </a:defRPr>
            </a:lvl7pPr>
            <a:lvl8pPr algn="l">
              <a:defRPr sz="2025" b="0">
                <a:solidFill>
                  <a:srgbClr val="5C6D75"/>
                </a:solidFill>
                <a:latin typeface="맑은 고딕"/>
                <a:ea typeface="맑은 고딕"/>
                <a:cs typeface="맑은 고딕"/>
              </a:defRPr>
            </a:lvl8pPr>
            <a:lvl9pPr algn="l">
              <a:defRPr sz="2025" b="0">
                <a:solidFill>
                  <a:srgbClr val="5C6D75"/>
                </a:solidFill>
                <a:latin typeface="맑은 고딕"/>
                <a:ea typeface="맑은 고딕"/>
                <a:cs typeface="맑은 고딕"/>
              </a:defRPr>
            </a:lvl9pPr>
          </a:lstStyle>
          <a:p xmlns:a="http://schemas.openxmlformats.org/drawingml/2006/main">
            <a:pPr algn="l">
              <a:defRPr sz="2025" b="0">
                <a:solidFill>
                  <a:srgbClr val="5C6D75"/>
                </a:solidFill>
                <a:latin typeface="맑은 고딕"/>
                <a:ea typeface="맑은 고딕"/>
                <a:cs typeface="맑은 고딕"/>
              </a:defRPr>
            </a:pPr>
            <a:r>
              <a:rPr sz="2025" b="0">
                <a:solidFill>
                  <a:srgbClr val="5C6D75"/>
                </a:solidFill>
                <a:latin typeface="맑은 고딕"/>
                <a:ea typeface="맑은 고딕"/>
                <a:cs typeface="맑은 고딕"/>
              </a:rPr>
              <a:t>성균관대학교 소프트웨어학과</a:t>
            </a:r>
          </a:p>
          <a:p xmlns:a="http://schemas.openxmlformats.org/drawingml/2006/main">
            <a:pPr algn="l">
              <a:defRPr sz="2025" b="0">
                <a:solidFill>
                  <a:srgbClr val="5C6D75"/>
                </a:solidFill>
                <a:latin typeface="맑은 고딕"/>
                <a:ea typeface="맑은 고딕"/>
                <a:cs typeface="맑은 고딕"/>
              </a:defRPr>
            </a:pPr>
            <a:r>
              <a:rPr sz="2025" b="0">
                <a:solidFill>
                  <a:srgbClr val="5C6D75"/>
                </a:solidFill>
                <a:latin typeface="맑은 고딕"/>
                <a:ea typeface="맑은 고딕"/>
                <a:cs typeface="맑은 고딕"/>
              </a:rPr>
              <a:t>박승현  2019310202</a:t>
            </a:r>
          </a:p>
          <a:p xmlns:a="http://schemas.openxmlformats.org/drawingml/2006/main">
            <a:pPr algn="l">
              <a:defRPr sz="2025" b="0">
                <a:solidFill>
                  <a:srgbClr val="5C6D75"/>
                </a:solidFill>
                <a:latin typeface="맑은 고딕"/>
                <a:ea typeface="맑은 고딕"/>
                <a:cs typeface="맑은 고딕"/>
              </a:defRPr>
            </a:pPr>
            <a:r>
              <a:rPr sz="2025" b="0">
                <a:solidFill>
                  <a:srgbClr val="5C6D75"/>
                </a:solidFill>
                <a:latin typeface="맑은 고딕"/>
                <a:ea typeface="맑은 고딕"/>
                <a:cs typeface="맑은 고딕"/>
              </a:rPr>
              <a:t>소프트웨어융합대학</a:t>
            </a:r>
          </a:p>
          <a:p xmlns:a="http://schemas.openxmlformats.org/drawingml/2006/main">
            <a:pPr algn="l">
              <a:defRPr sz="2025" b="0">
                <a:solidFill>
                  <a:srgbClr val="5C6D75"/>
                </a:solidFill>
                <a:latin typeface="맑은 고딕"/>
                <a:ea typeface="맑은 고딕"/>
                <a:cs typeface="맑은 고딕"/>
              </a:defRPr>
            </a:pPr>
            <a:r>
              <a:rPr sz="2025" b="0">
                <a:solidFill>
                  <a:srgbClr val="5C6D75"/>
                </a:solidFill>
                <a:latin typeface="맑은 고딕"/>
                <a:ea typeface="맑은 고딕"/>
                <a:cs typeface="맑은 고딕"/>
              </a:rPr>
              <a:t>지도교수  한환수</a:t>
            </a:r>
          </a:p>
        </p:txBody>
      </p:sp>
      <p:sp>
        <p:nvSpPr>
          <p:cNvPr id="6" name="">
            <a:extLst xmlns:a="http://schemas.openxmlformats.org/drawingml/2006/main">
              <a:ext uri="{FF2B5EF4-FFF2-40B4-BE49-F238E27FC236}">
                <a16:creationId xmlns:a16="http://schemas.microsoft.com/office/drawing/2014/main" id="{A7D83697-B44D-475E-935B-6616A621609E}"/>
              </a:ext>
            </a:extLst>
          </p:cNvPr>
          <p:cNvSpPr>
            <a:spLocks xmlns:a="http://schemas.openxmlformats.org/drawingml/2006/main" noGrp="1"/>
          </p:cNvSpPr>
          <p:nvPr/>
        </p:nvSpPr>
        <p:spPr>
          <a:xfrm xmlns:a="http://schemas.openxmlformats.org/drawingml/2006/main">
            <a:off x="647700" y="5953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17A72"/>
                </a:solidFill>
                <a:latin typeface="맑은 고딕"/>
                <a:ea typeface="맑은 고딕"/>
                <a:cs typeface="맑은 고딕"/>
              </a:defRPr>
            </a:defPPr>
            <a:lvl1pPr algn="l">
              <a:defRPr sz="1875" b="0">
                <a:solidFill>
                  <a:srgbClr val="117A72"/>
                </a:solidFill>
                <a:latin typeface="맑은 고딕"/>
                <a:ea typeface="맑은 고딕"/>
                <a:cs typeface="맑은 고딕"/>
              </a:defRPr>
            </a:lvl1pPr>
            <a:lvl2pPr algn="l">
              <a:defRPr sz="1875" b="0">
                <a:solidFill>
                  <a:srgbClr val="117A72"/>
                </a:solidFill>
                <a:latin typeface="맑은 고딕"/>
                <a:ea typeface="맑은 고딕"/>
                <a:cs typeface="맑은 고딕"/>
              </a:defRPr>
            </a:lvl2pPr>
            <a:lvl3pPr algn="l">
              <a:defRPr sz="1875" b="0">
                <a:solidFill>
                  <a:srgbClr val="117A72"/>
                </a:solidFill>
                <a:latin typeface="맑은 고딕"/>
                <a:ea typeface="맑은 고딕"/>
                <a:cs typeface="맑은 고딕"/>
              </a:defRPr>
            </a:lvl3pPr>
            <a:lvl4pPr algn="l">
              <a:defRPr sz="1875" b="0">
                <a:solidFill>
                  <a:srgbClr val="117A72"/>
                </a:solidFill>
                <a:latin typeface="맑은 고딕"/>
                <a:ea typeface="맑은 고딕"/>
                <a:cs typeface="맑은 고딕"/>
              </a:defRPr>
            </a:lvl4pPr>
            <a:lvl5pPr algn="l">
              <a:defRPr sz="1875" b="0">
                <a:solidFill>
                  <a:srgbClr val="117A72"/>
                </a:solidFill>
                <a:latin typeface="맑은 고딕"/>
                <a:ea typeface="맑은 고딕"/>
                <a:cs typeface="맑은 고딕"/>
              </a:defRPr>
            </a:lvl5pPr>
            <a:lvl6pPr algn="l">
              <a:defRPr sz="1875" b="0">
                <a:solidFill>
                  <a:srgbClr val="117A72"/>
                </a:solidFill>
                <a:latin typeface="맑은 고딕"/>
                <a:ea typeface="맑은 고딕"/>
                <a:cs typeface="맑은 고딕"/>
              </a:defRPr>
            </a:lvl6pPr>
            <a:lvl7pPr algn="l">
              <a:defRPr sz="1875" b="0">
                <a:solidFill>
                  <a:srgbClr val="117A72"/>
                </a:solidFill>
                <a:latin typeface="맑은 고딕"/>
                <a:ea typeface="맑은 고딕"/>
                <a:cs typeface="맑은 고딕"/>
              </a:defRPr>
            </a:lvl7pPr>
            <a:lvl8pPr algn="l">
              <a:defRPr sz="1875" b="0">
                <a:solidFill>
                  <a:srgbClr val="117A72"/>
                </a:solidFill>
                <a:latin typeface="맑은 고딕"/>
                <a:ea typeface="맑은 고딕"/>
                <a:cs typeface="맑은 고딕"/>
              </a:defRPr>
            </a:lvl8pPr>
            <a:lvl9pPr algn="l">
              <a:defRPr sz="1875" b="0">
                <a:solidFill>
                  <a:srgbClr val="117A72"/>
                </a:solidFill>
                <a:latin typeface="맑은 고딕"/>
                <a:ea typeface="맑은 고딕"/>
                <a:cs typeface="맑은 고딕"/>
              </a:defRPr>
            </a:lvl9pPr>
          </a:lstStyle>
          <a:p xmlns:a="http://schemas.openxmlformats.org/drawingml/2006/main">
            <a:pPr algn="l">
              <a:defRPr sz="1875" b="0">
                <a:solidFill>
                  <a:srgbClr val="117A72"/>
                </a:solidFill>
                <a:latin typeface="맑은 고딕"/>
                <a:ea typeface="맑은 고딕"/>
                <a:cs typeface="맑은 고딕"/>
              </a:defRPr>
            </a:pPr>
            <a:r>
              <a:rPr sz="1875" b="0">
                <a:solidFill>
                  <a:srgbClr val="117A72"/>
                </a:solidFill>
                <a:latin typeface="맑은 고딕"/>
                <a:ea typeface="맑은 고딕"/>
                <a:cs typeface="맑은 고딕"/>
              </a:rPr>
              <a:t>완료 경기 분석과 초기 상태의 탐색적 승패 예측</a:t>
            </a:r>
          </a:p>
        </p:txBody>
      </p:sp>
    </p:spTree>
    <p:extLst>
      <p:ext uri="{BB962C8B-B14F-4D97-AF65-F5344CB8AC3E}">
        <p14:creationId xmlns:p14="http://schemas.microsoft.com/office/powerpoint/2010/main" val="21163654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680CF97-0B64-4A72-977A-AF348947EBAF}"/>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연구 목표와 구현 범위</a:t>
            </a:r>
          </a:p>
        </p:txBody>
      </p:sp>
      <p:sp>
        <p:nvSpPr>
          <p:cNvPr id="3" name="">
            <a:extLst xmlns:a="http://schemas.openxmlformats.org/drawingml/2006/main">
              <a:ext uri="{FF2B5EF4-FFF2-40B4-BE49-F238E27FC236}">
                <a16:creationId xmlns:a16="http://schemas.microsoft.com/office/drawing/2014/main" id="{7104B3C2-F938-4116-A1B1-C8103E78F413}"/>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02</a:t>
            </a:r>
          </a:p>
        </p:txBody>
      </p:sp>
      <p:sp>
        <p:nvSpPr>
          <p:cNvPr id="4" name="">
            <a:extLst xmlns:a="http://schemas.openxmlformats.org/drawingml/2006/main">
              <a:ext uri="{FF2B5EF4-FFF2-40B4-BE49-F238E27FC236}">
                <a16:creationId xmlns:a16="http://schemas.microsoft.com/office/drawing/2014/main" id="{2C23EC12-BDBA-433F-8315-F5207926EA93}"/>
              </a:ext>
            </a:extLst>
          </p:cNvPr>
          <p:cNvSpPr>
            <a:spLocks xmlns:a="http://schemas.openxmlformats.org/drawingml/2006/main" noGrp="1"/>
          </p:cNvSpPr>
          <p:nvPr/>
        </p:nvSpPr>
        <p:spPr>
          <a:xfrm xmlns:a="http://schemas.openxmlformats.org/drawingml/2006/main">
            <a:off x="666750" y="171450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17A72"/>
                </a:solidFill>
                <a:latin typeface="맑은 고딕"/>
                <a:ea typeface="맑은 고딕"/>
                <a:cs typeface="맑은 고딕"/>
              </a:defRPr>
            </a:defPPr>
            <a:lvl1pPr algn="l">
              <a:defRPr sz="2175" b="1">
                <a:solidFill>
                  <a:srgbClr val="117A72"/>
                </a:solidFill>
                <a:latin typeface="맑은 고딕"/>
                <a:ea typeface="맑은 고딕"/>
                <a:cs typeface="맑은 고딕"/>
              </a:defRPr>
            </a:lvl1pPr>
            <a:lvl2pPr algn="l">
              <a:defRPr sz="2175" b="1">
                <a:solidFill>
                  <a:srgbClr val="117A72"/>
                </a:solidFill>
                <a:latin typeface="맑은 고딕"/>
                <a:ea typeface="맑은 고딕"/>
                <a:cs typeface="맑은 고딕"/>
              </a:defRPr>
            </a:lvl2pPr>
            <a:lvl3pPr algn="l">
              <a:defRPr sz="2175" b="1">
                <a:solidFill>
                  <a:srgbClr val="117A72"/>
                </a:solidFill>
                <a:latin typeface="맑은 고딕"/>
                <a:ea typeface="맑은 고딕"/>
                <a:cs typeface="맑은 고딕"/>
              </a:defRPr>
            </a:lvl3pPr>
            <a:lvl4pPr algn="l">
              <a:defRPr sz="2175" b="1">
                <a:solidFill>
                  <a:srgbClr val="117A72"/>
                </a:solidFill>
                <a:latin typeface="맑은 고딕"/>
                <a:ea typeface="맑은 고딕"/>
                <a:cs typeface="맑은 고딕"/>
              </a:defRPr>
            </a:lvl4pPr>
            <a:lvl5pPr algn="l">
              <a:defRPr sz="2175" b="1">
                <a:solidFill>
                  <a:srgbClr val="117A72"/>
                </a:solidFill>
                <a:latin typeface="맑은 고딕"/>
                <a:ea typeface="맑은 고딕"/>
                <a:cs typeface="맑은 고딕"/>
              </a:defRPr>
            </a:lvl5pPr>
            <a:lvl6pPr algn="l">
              <a:defRPr sz="2175" b="1">
                <a:solidFill>
                  <a:srgbClr val="117A72"/>
                </a:solidFill>
                <a:latin typeface="맑은 고딕"/>
                <a:ea typeface="맑은 고딕"/>
                <a:cs typeface="맑은 고딕"/>
              </a:defRPr>
            </a:lvl6pPr>
            <a:lvl7pPr algn="l">
              <a:defRPr sz="2175" b="1">
                <a:solidFill>
                  <a:srgbClr val="117A72"/>
                </a:solidFill>
                <a:latin typeface="맑은 고딕"/>
                <a:ea typeface="맑은 고딕"/>
                <a:cs typeface="맑은 고딕"/>
              </a:defRPr>
            </a:lvl7pPr>
            <a:lvl8pPr algn="l">
              <a:defRPr sz="2175" b="1">
                <a:solidFill>
                  <a:srgbClr val="117A72"/>
                </a:solidFill>
                <a:latin typeface="맑은 고딕"/>
                <a:ea typeface="맑은 고딕"/>
                <a:cs typeface="맑은 고딕"/>
              </a:defRPr>
            </a:lvl8pPr>
            <a:lvl9pPr algn="l">
              <a:defRPr sz="2175" b="1">
                <a:solidFill>
                  <a:srgbClr val="117A72"/>
                </a:solidFill>
                <a:latin typeface="맑은 고딕"/>
                <a:ea typeface="맑은 고딕"/>
                <a:cs typeface="맑은 고딕"/>
              </a:defRPr>
            </a:lvl9pPr>
          </a:lstStyle>
          <a:p xmlns:a="http://schemas.openxmlformats.org/drawingml/2006/main">
            <a:pPr algn="l">
              <a:defRPr sz="2175" b="1">
                <a:solidFill>
                  <a:srgbClr val="117A72"/>
                </a:solidFill>
                <a:latin typeface="맑은 고딕"/>
                <a:ea typeface="맑은 고딕"/>
                <a:cs typeface="맑은 고딕"/>
              </a:defRPr>
            </a:pPr>
            <a:r>
              <a:rPr sz="2175" b="1">
                <a:solidFill>
                  <a:srgbClr val="117A72"/>
                </a:solidFill>
                <a:latin typeface="맑은 고딕"/>
                <a:ea typeface="맑은 고딕"/>
                <a:cs typeface="맑은 고딕"/>
              </a:rPr>
              <a:t>경기 기록 조회</a:t>
            </a:r>
          </a:p>
        </p:txBody>
      </p:sp>
      <p:sp>
        <p:nvSpPr>
          <p:cNvPr id="5" name="">
            <a:extLst xmlns:a="http://schemas.openxmlformats.org/drawingml/2006/main">
              <a:ext uri="{FF2B5EF4-FFF2-40B4-BE49-F238E27FC236}">
                <a16:creationId xmlns:a16="http://schemas.microsoft.com/office/drawing/2014/main" id="{78F45A1F-D9AE-4560-BDDD-A88AA56A1E0A}"/>
              </a:ext>
            </a:extLst>
          </p:cNvPr>
          <p:cNvSpPr>
            <a:spLocks xmlns:a="http://schemas.openxmlformats.org/drawingml/2006/main" noGrp="1"/>
          </p:cNvSpPr>
          <p:nvPr/>
        </p:nvSpPr>
        <p:spPr>
          <a:xfrm xmlns:a="http://schemas.openxmlformats.org/drawingml/2006/main">
            <a:off x="3048000" y="1714500"/>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23743"/>
                </a:solidFill>
                <a:latin typeface="맑은 고딕"/>
                <a:ea typeface="맑은 고딕"/>
                <a:cs typeface="맑은 고딕"/>
              </a:defRPr>
            </a:defPPr>
            <a:lvl1pPr algn="l">
              <a:defRPr sz="2175" b="0">
                <a:solidFill>
                  <a:srgbClr val="223743"/>
                </a:solidFill>
                <a:latin typeface="맑은 고딕"/>
                <a:ea typeface="맑은 고딕"/>
                <a:cs typeface="맑은 고딕"/>
              </a:defRPr>
            </a:lvl1pPr>
            <a:lvl2pPr algn="l">
              <a:defRPr sz="2175" b="0">
                <a:solidFill>
                  <a:srgbClr val="223743"/>
                </a:solidFill>
                <a:latin typeface="맑은 고딕"/>
                <a:ea typeface="맑은 고딕"/>
                <a:cs typeface="맑은 고딕"/>
              </a:defRPr>
            </a:lvl2pPr>
            <a:lvl3pPr algn="l">
              <a:defRPr sz="2175" b="0">
                <a:solidFill>
                  <a:srgbClr val="223743"/>
                </a:solidFill>
                <a:latin typeface="맑은 고딕"/>
                <a:ea typeface="맑은 고딕"/>
                <a:cs typeface="맑은 고딕"/>
              </a:defRPr>
            </a:lvl3pPr>
            <a:lvl4pPr algn="l">
              <a:defRPr sz="2175" b="0">
                <a:solidFill>
                  <a:srgbClr val="223743"/>
                </a:solidFill>
                <a:latin typeface="맑은 고딕"/>
                <a:ea typeface="맑은 고딕"/>
                <a:cs typeface="맑은 고딕"/>
              </a:defRPr>
            </a:lvl4pPr>
            <a:lvl5pPr algn="l">
              <a:defRPr sz="2175" b="0">
                <a:solidFill>
                  <a:srgbClr val="223743"/>
                </a:solidFill>
                <a:latin typeface="맑은 고딕"/>
                <a:ea typeface="맑은 고딕"/>
                <a:cs typeface="맑은 고딕"/>
              </a:defRPr>
            </a:lvl5pPr>
            <a:lvl6pPr algn="l">
              <a:defRPr sz="2175" b="0">
                <a:solidFill>
                  <a:srgbClr val="223743"/>
                </a:solidFill>
                <a:latin typeface="맑은 고딕"/>
                <a:ea typeface="맑은 고딕"/>
                <a:cs typeface="맑은 고딕"/>
              </a:defRPr>
            </a:lvl6pPr>
            <a:lvl7pPr algn="l">
              <a:defRPr sz="2175" b="0">
                <a:solidFill>
                  <a:srgbClr val="223743"/>
                </a:solidFill>
                <a:latin typeface="맑은 고딕"/>
                <a:ea typeface="맑은 고딕"/>
                <a:cs typeface="맑은 고딕"/>
              </a:defRPr>
            </a:lvl7pPr>
            <a:lvl8pPr algn="l">
              <a:defRPr sz="2175" b="0">
                <a:solidFill>
                  <a:srgbClr val="223743"/>
                </a:solidFill>
                <a:latin typeface="맑은 고딕"/>
                <a:ea typeface="맑은 고딕"/>
                <a:cs typeface="맑은 고딕"/>
              </a:defRPr>
            </a:lvl8pPr>
            <a:lvl9pPr algn="l">
              <a:defRPr sz="2175" b="0">
                <a:solidFill>
                  <a:srgbClr val="223743"/>
                </a:solidFill>
                <a:latin typeface="맑은 고딕"/>
                <a:ea typeface="맑은 고딕"/>
                <a:cs typeface="맑은 고딕"/>
              </a:defRPr>
            </a:lvl9pPr>
          </a:lstStyle>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페이지별 전적과 자체 역할·챔피언·빌드 통계를 제공한다</a:t>
            </a:r>
          </a:p>
        </p:txBody>
      </p:sp>
      <p:sp>
        <p:nvSpPr>
          <p:cNvPr id="6" name="">
            <a:extLst xmlns:a="http://schemas.openxmlformats.org/drawingml/2006/main">
              <a:ext uri="{FF2B5EF4-FFF2-40B4-BE49-F238E27FC236}">
                <a16:creationId xmlns:a16="http://schemas.microsoft.com/office/drawing/2014/main" id="{D57E74D4-5D6A-4037-964F-B37626425D24}"/>
              </a:ext>
            </a:extLst>
          </p:cNvPr>
          <p:cNvSpPr>
            <a:spLocks xmlns:a="http://schemas.openxmlformats.org/drawingml/2006/main" noGrp="1"/>
          </p:cNvSpPr>
          <p:nvPr/>
        </p:nvSpPr>
        <p:spPr>
          <a:xfrm xmlns:a="http://schemas.openxmlformats.org/drawingml/2006/main">
            <a:off x="666750" y="2905125"/>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17A72"/>
                </a:solidFill>
                <a:latin typeface="맑은 고딕"/>
                <a:ea typeface="맑은 고딕"/>
                <a:cs typeface="맑은 고딕"/>
              </a:defRPr>
            </a:defPPr>
            <a:lvl1pPr algn="l">
              <a:defRPr sz="2175" b="1">
                <a:solidFill>
                  <a:srgbClr val="117A72"/>
                </a:solidFill>
                <a:latin typeface="맑은 고딕"/>
                <a:ea typeface="맑은 고딕"/>
                <a:cs typeface="맑은 고딕"/>
              </a:defRPr>
            </a:lvl1pPr>
            <a:lvl2pPr algn="l">
              <a:defRPr sz="2175" b="1">
                <a:solidFill>
                  <a:srgbClr val="117A72"/>
                </a:solidFill>
                <a:latin typeface="맑은 고딕"/>
                <a:ea typeface="맑은 고딕"/>
                <a:cs typeface="맑은 고딕"/>
              </a:defRPr>
            </a:lvl2pPr>
            <a:lvl3pPr algn="l">
              <a:defRPr sz="2175" b="1">
                <a:solidFill>
                  <a:srgbClr val="117A72"/>
                </a:solidFill>
                <a:latin typeface="맑은 고딕"/>
                <a:ea typeface="맑은 고딕"/>
                <a:cs typeface="맑은 고딕"/>
              </a:defRPr>
            </a:lvl3pPr>
            <a:lvl4pPr algn="l">
              <a:defRPr sz="2175" b="1">
                <a:solidFill>
                  <a:srgbClr val="117A72"/>
                </a:solidFill>
                <a:latin typeface="맑은 고딕"/>
                <a:ea typeface="맑은 고딕"/>
                <a:cs typeface="맑은 고딕"/>
              </a:defRPr>
            </a:lvl4pPr>
            <a:lvl5pPr algn="l">
              <a:defRPr sz="2175" b="1">
                <a:solidFill>
                  <a:srgbClr val="117A72"/>
                </a:solidFill>
                <a:latin typeface="맑은 고딕"/>
                <a:ea typeface="맑은 고딕"/>
                <a:cs typeface="맑은 고딕"/>
              </a:defRPr>
            </a:lvl5pPr>
            <a:lvl6pPr algn="l">
              <a:defRPr sz="2175" b="1">
                <a:solidFill>
                  <a:srgbClr val="117A72"/>
                </a:solidFill>
                <a:latin typeface="맑은 고딕"/>
                <a:ea typeface="맑은 고딕"/>
                <a:cs typeface="맑은 고딕"/>
              </a:defRPr>
            </a:lvl6pPr>
            <a:lvl7pPr algn="l">
              <a:defRPr sz="2175" b="1">
                <a:solidFill>
                  <a:srgbClr val="117A72"/>
                </a:solidFill>
                <a:latin typeface="맑은 고딕"/>
                <a:ea typeface="맑은 고딕"/>
                <a:cs typeface="맑은 고딕"/>
              </a:defRPr>
            </a:lvl7pPr>
            <a:lvl8pPr algn="l">
              <a:defRPr sz="2175" b="1">
                <a:solidFill>
                  <a:srgbClr val="117A72"/>
                </a:solidFill>
                <a:latin typeface="맑은 고딕"/>
                <a:ea typeface="맑은 고딕"/>
                <a:cs typeface="맑은 고딕"/>
              </a:defRPr>
            </a:lvl8pPr>
            <a:lvl9pPr algn="l">
              <a:defRPr sz="2175" b="1">
                <a:solidFill>
                  <a:srgbClr val="117A72"/>
                </a:solidFill>
                <a:latin typeface="맑은 고딕"/>
                <a:ea typeface="맑은 고딕"/>
                <a:cs typeface="맑은 고딕"/>
              </a:defRPr>
            </a:lvl9pPr>
          </a:lstStyle>
          <a:p xmlns:a="http://schemas.openxmlformats.org/drawingml/2006/main">
            <a:pPr algn="l">
              <a:defRPr sz="2175" b="1">
                <a:solidFill>
                  <a:srgbClr val="117A72"/>
                </a:solidFill>
                <a:latin typeface="맑은 고딕"/>
                <a:ea typeface="맑은 고딕"/>
                <a:cs typeface="맑은 고딕"/>
              </a:defRPr>
            </a:pPr>
            <a:r>
              <a:rPr sz="2175" b="1">
                <a:solidFill>
                  <a:srgbClr val="117A72"/>
                </a:solidFill>
                <a:latin typeface="맑은 고딕"/>
                <a:ea typeface="맑은 고딕"/>
                <a:cs typeface="맑은 고딕"/>
              </a:rPr>
              <a:t>초기 상태 추정</a:t>
            </a:r>
          </a:p>
        </p:txBody>
      </p:sp>
      <p:sp>
        <p:nvSpPr>
          <p:cNvPr id="7" name="">
            <a:extLst xmlns:a="http://schemas.openxmlformats.org/drawingml/2006/main">
              <a:ext uri="{FF2B5EF4-FFF2-40B4-BE49-F238E27FC236}">
                <a16:creationId xmlns:a16="http://schemas.microsoft.com/office/drawing/2014/main" id="{258FC1DB-5EEA-473B-923A-43CE48302D09}"/>
              </a:ext>
            </a:extLst>
          </p:cNvPr>
          <p:cNvSpPr>
            <a:spLocks xmlns:a="http://schemas.openxmlformats.org/drawingml/2006/main" noGrp="1"/>
          </p:cNvSpPr>
          <p:nvPr/>
        </p:nvSpPr>
        <p:spPr>
          <a:xfrm xmlns:a="http://schemas.openxmlformats.org/drawingml/2006/main">
            <a:off x="3048000" y="290512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23743"/>
                </a:solidFill>
                <a:latin typeface="맑은 고딕"/>
                <a:ea typeface="맑은 고딕"/>
                <a:cs typeface="맑은 고딕"/>
              </a:defRPr>
            </a:defPPr>
            <a:lvl1pPr algn="l">
              <a:defRPr sz="2175" b="0">
                <a:solidFill>
                  <a:srgbClr val="223743"/>
                </a:solidFill>
                <a:latin typeface="맑은 고딕"/>
                <a:ea typeface="맑은 고딕"/>
                <a:cs typeface="맑은 고딕"/>
              </a:defRPr>
            </a:lvl1pPr>
            <a:lvl2pPr algn="l">
              <a:defRPr sz="2175" b="0">
                <a:solidFill>
                  <a:srgbClr val="223743"/>
                </a:solidFill>
                <a:latin typeface="맑은 고딕"/>
                <a:ea typeface="맑은 고딕"/>
                <a:cs typeface="맑은 고딕"/>
              </a:defRPr>
            </a:lvl2pPr>
            <a:lvl3pPr algn="l">
              <a:defRPr sz="2175" b="0">
                <a:solidFill>
                  <a:srgbClr val="223743"/>
                </a:solidFill>
                <a:latin typeface="맑은 고딕"/>
                <a:ea typeface="맑은 고딕"/>
                <a:cs typeface="맑은 고딕"/>
              </a:defRPr>
            </a:lvl3pPr>
            <a:lvl4pPr algn="l">
              <a:defRPr sz="2175" b="0">
                <a:solidFill>
                  <a:srgbClr val="223743"/>
                </a:solidFill>
                <a:latin typeface="맑은 고딕"/>
                <a:ea typeface="맑은 고딕"/>
                <a:cs typeface="맑은 고딕"/>
              </a:defRPr>
            </a:lvl4pPr>
            <a:lvl5pPr algn="l">
              <a:defRPr sz="2175" b="0">
                <a:solidFill>
                  <a:srgbClr val="223743"/>
                </a:solidFill>
                <a:latin typeface="맑은 고딕"/>
                <a:ea typeface="맑은 고딕"/>
                <a:cs typeface="맑은 고딕"/>
              </a:defRPr>
            </a:lvl5pPr>
            <a:lvl6pPr algn="l">
              <a:defRPr sz="2175" b="0">
                <a:solidFill>
                  <a:srgbClr val="223743"/>
                </a:solidFill>
                <a:latin typeface="맑은 고딕"/>
                <a:ea typeface="맑은 고딕"/>
                <a:cs typeface="맑은 고딕"/>
              </a:defRPr>
            </a:lvl6pPr>
            <a:lvl7pPr algn="l">
              <a:defRPr sz="2175" b="0">
                <a:solidFill>
                  <a:srgbClr val="223743"/>
                </a:solidFill>
                <a:latin typeface="맑은 고딕"/>
                <a:ea typeface="맑은 고딕"/>
                <a:cs typeface="맑은 고딕"/>
              </a:defRPr>
            </a:lvl7pPr>
            <a:lvl8pPr algn="l">
              <a:defRPr sz="2175" b="0">
                <a:solidFill>
                  <a:srgbClr val="223743"/>
                </a:solidFill>
                <a:latin typeface="맑은 고딕"/>
                <a:ea typeface="맑은 고딕"/>
                <a:cs typeface="맑은 고딕"/>
              </a:defRPr>
            </a:lvl8pPr>
            <a:lvl9pPr algn="l">
              <a:defRPr sz="2175" b="0">
                <a:solidFill>
                  <a:srgbClr val="223743"/>
                </a:solidFill>
                <a:latin typeface="맑은 고딕"/>
                <a:ea typeface="맑은 고딕"/>
                <a:cs typeface="맑은 고딕"/>
              </a:defRPr>
            </a:lvl9pPr>
          </a:lstStyle>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주 모형과 11개 시간별 모형의 과거 시점 추정을 제공한다</a:t>
            </a:r>
          </a:p>
        </p:txBody>
      </p:sp>
      <p:sp>
        <p:nvSpPr>
          <p:cNvPr id="8" name="">
            <a:extLst xmlns:a="http://schemas.openxmlformats.org/drawingml/2006/main">
              <a:ext uri="{FF2B5EF4-FFF2-40B4-BE49-F238E27FC236}">
                <a16:creationId xmlns:a16="http://schemas.microsoft.com/office/drawing/2014/main" id="{538791B0-165C-4D7D-B3B6-B9650BD4B579}"/>
              </a:ext>
            </a:extLst>
          </p:cNvPr>
          <p:cNvSpPr>
            <a:spLocks xmlns:a="http://schemas.openxmlformats.org/drawingml/2006/main" noGrp="1"/>
          </p:cNvSpPr>
          <p:nvPr/>
        </p:nvSpPr>
        <p:spPr>
          <a:xfrm xmlns:a="http://schemas.openxmlformats.org/drawingml/2006/main">
            <a:off x="666750" y="40957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17A72"/>
                </a:solidFill>
                <a:latin typeface="맑은 고딕"/>
                <a:ea typeface="맑은 고딕"/>
                <a:cs typeface="맑은 고딕"/>
              </a:defRPr>
            </a:defPPr>
            <a:lvl1pPr algn="l">
              <a:defRPr sz="2175" b="1">
                <a:solidFill>
                  <a:srgbClr val="117A72"/>
                </a:solidFill>
                <a:latin typeface="맑은 고딕"/>
                <a:ea typeface="맑은 고딕"/>
                <a:cs typeface="맑은 고딕"/>
              </a:defRPr>
            </a:lvl1pPr>
            <a:lvl2pPr algn="l">
              <a:defRPr sz="2175" b="1">
                <a:solidFill>
                  <a:srgbClr val="117A72"/>
                </a:solidFill>
                <a:latin typeface="맑은 고딕"/>
                <a:ea typeface="맑은 고딕"/>
                <a:cs typeface="맑은 고딕"/>
              </a:defRPr>
            </a:lvl2pPr>
            <a:lvl3pPr algn="l">
              <a:defRPr sz="2175" b="1">
                <a:solidFill>
                  <a:srgbClr val="117A72"/>
                </a:solidFill>
                <a:latin typeface="맑은 고딕"/>
                <a:ea typeface="맑은 고딕"/>
                <a:cs typeface="맑은 고딕"/>
              </a:defRPr>
            </a:lvl3pPr>
            <a:lvl4pPr algn="l">
              <a:defRPr sz="2175" b="1">
                <a:solidFill>
                  <a:srgbClr val="117A72"/>
                </a:solidFill>
                <a:latin typeface="맑은 고딕"/>
                <a:ea typeface="맑은 고딕"/>
                <a:cs typeface="맑은 고딕"/>
              </a:defRPr>
            </a:lvl4pPr>
            <a:lvl5pPr algn="l">
              <a:defRPr sz="2175" b="1">
                <a:solidFill>
                  <a:srgbClr val="117A72"/>
                </a:solidFill>
                <a:latin typeface="맑은 고딕"/>
                <a:ea typeface="맑은 고딕"/>
                <a:cs typeface="맑은 고딕"/>
              </a:defRPr>
            </a:lvl5pPr>
            <a:lvl6pPr algn="l">
              <a:defRPr sz="2175" b="1">
                <a:solidFill>
                  <a:srgbClr val="117A72"/>
                </a:solidFill>
                <a:latin typeface="맑은 고딕"/>
                <a:ea typeface="맑은 고딕"/>
                <a:cs typeface="맑은 고딕"/>
              </a:defRPr>
            </a:lvl6pPr>
            <a:lvl7pPr algn="l">
              <a:defRPr sz="2175" b="1">
                <a:solidFill>
                  <a:srgbClr val="117A72"/>
                </a:solidFill>
                <a:latin typeface="맑은 고딕"/>
                <a:ea typeface="맑은 고딕"/>
                <a:cs typeface="맑은 고딕"/>
              </a:defRPr>
            </a:lvl7pPr>
            <a:lvl8pPr algn="l">
              <a:defRPr sz="2175" b="1">
                <a:solidFill>
                  <a:srgbClr val="117A72"/>
                </a:solidFill>
                <a:latin typeface="맑은 고딕"/>
                <a:ea typeface="맑은 고딕"/>
                <a:cs typeface="맑은 고딕"/>
              </a:defRPr>
            </a:lvl8pPr>
            <a:lvl9pPr algn="l">
              <a:defRPr sz="2175" b="1">
                <a:solidFill>
                  <a:srgbClr val="117A72"/>
                </a:solidFill>
                <a:latin typeface="맑은 고딕"/>
                <a:ea typeface="맑은 고딕"/>
                <a:cs typeface="맑은 고딕"/>
              </a:defRPr>
            </a:lvl9pPr>
          </a:lstStyle>
          <a:p xmlns:a="http://schemas.openxmlformats.org/drawingml/2006/main">
            <a:pPr algn="l">
              <a:defRPr sz="2175" b="1">
                <a:solidFill>
                  <a:srgbClr val="117A72"/>
                </a:solidFill>
                <a:latin typeface="맑은 고딕"/>
                <a:ea typeface="맑은 고딕"/>
                <a:cs typeface="맑은 고딕"/>
              </a:defRPr>
            </a:pPr>
            <a:r>
              <a:rPr sz="2175" b="1">
                <a:solidFill>
                  <a:srgbClr val="117A72"/>
                </a:solidFill>
                <a:latin typeface="맑은 고딕"/>
                <a:ea typeface="맑은 고딕"/>
                <a:cs typeface="맑은 고딕"/>
              </a:rPr>
              <a:t>경기 후 복기</a:t>
            </a:r>
          </a:p>
        </p:txBody>
      </p:sp>
      <p:sp>
        <p:nvSpPr>
          <p:cNvPr id="9" name="">
            <a:extLst xmlns:a="http://schemas.openxmlformats.org/drawingml/2006/main">
              <a:ext uri="{FF2B5EF4-FFF2-40B4-BE49-F238E27FC236}">
                <a16:creationId xmlns:a16="http://schemas.microsoft.com/office/drawing/2014/main" id="{A10390FC-4781-4498-97F4-A3934EE2E701}"/>
              </a:ext>
            </a:extLst>
          </p:cNvPr>
          <p:cNvSpPr>
            <a:spLocks xmlns:a="http://schemas.openxmlformats.org/drawingml/2006/main" noGrp="1"/>
          </p:cNvSpPr>
          <p:nvPr/>
        </p:nvSpPr>
        <p:spPr>
          <a:xfrm xmlns:a="http://schemas.openxmlformats.org/drawingml/2006/main">
            <a:off x="3048000" y="4095750"/>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23743"/>
                </a:solidFill>
                <a:latin typeface="맑은 고딕"/>
                <a:ea typeface="맑은 고딕"/>
                <a:cs typeface="맑은 고딕"/>
              </a:defRPr>
            </a:defPPr>
            <a:lvl1pPr algn="l">
              <a:defRPr sz="2175" b="0">
                <a:solidFill>
                  <a:srgbClr val="223743"/>
                </a:solidFill>
                <a:latin typeface="맑은 고딕"/>
                <a:ea typeface="맑은 고딕"/>
                <a:cs typeface="맑은 고딕"/>
              </a:defRPr>
            </a:lvl1pPr>
            <a:lvl2pPr algn="l">
              <a:defRPr sz="2175" b="0">
                <a:solidFill>
                  <a:srgbClr val="223743"/>
                </a:solidFill>
                <a:latin typeface="맑은 고딕"/>
                <a:ea typeface="맑은 고딕"/>
                <a:cs typeface="맑은 고딕"/>
              </a:defRPr>
            </a:lvl2pPr>
            <a:lvl3pPr algn="l">
              <a:defRPr sz="2175" b="0">
                <a:solidFill>
                  <a:srgbClr val="223743"/>
                </a:solidFill>
                <a:latin typeface="맑은 고딕"/>
                <a:ea typeface="맑은 고딕"/>
                <a:cs typeface="맑은 고딕"/>
              </a:defRPr>
            </a:lvl3pPr>
            <a:lvl4pPr algn="l">
              <a:defRPr sz="2175" b="0">
                <a:solidFill>
                  <a:srgbClr val="223743"/>
                </a:solidFill>
                <a:latin typeface="맑은 고딕"/>
                <a:ea typeface="맑은 고딕"/>
                <a:cs typeface="맑은 고딕"/>
              </a:defRPr>
            </a:lvl4pPr>
            <a:lvl5pPr algn="l">
              <a:defRPr sz="2175" b="0">
                <a:solidFill>
                  <a:srgbClr val="223743"/>
                </a:solidFill>
                <a:latin typeface="맑은 고딕"/>
                <a:ea typeface="맑은 고딕"/>
                <a:cs typeface="맑은 고딕"/>
              </a:defRPr>
            </a:lvl5pPr>
            <a:lvl6pPr algn="l">
              <a:defRPr sz="2175" b="0">
                <a:solidFill>
                  <a:srgbClr val="223743"/>
                </a:solidFill>
                <a:latin typeface="맑은 고딕"/>
                <a:ea typeface="맑은 고딕"/>
                <a:cs typeface="맑은 고딕"/>
              </a:defRPr>
            </a:lvl6pPr>
            <a:lvl7pPr algn="l">
              <a:defRPr sz="2175" b="0">
                <a:solidFill>
                  <a:srgbClr val="223743"/>
                </a:solidFill>
                <a:latin typeface="맑은 고딕"/>
                <a:ea typeface="맑은 고딕"/>
                <a:cs typeface="맑은 고딕"/>
              </a:defRPr>
            </a:lvl7pPr>
            <a:lvl8pPr algn="l">
              <a:defRPr sz="2175" b="0">
                <a:solidFill>
                  <a:srgbClr val="223743"/>
                </a:solidFill>
                <a:latin typeface="맑은 고딕"/>
                <a:ea typeface="맑은 고딕"/>
                <a:cs typeface="맑은 고딕"/>
              </a:defRPr>
            </a:lvl8pPr>
            <a:lvl9pPr algn="l">
              <a:defRPr sz="2175" b="0">
                <a:solidFill>
                  <a:srgbClr val="223743"/>
                </a:solidFill>
                <a:latin typeface="맑은 고딕"/>
                <a:ea typeface="맑은 고딕"/>
                <a:cs typeface="맑은 고딕"/>
              </a:defRPr>
            </a:lvl9pPr>
          </a:lstStyle>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설명 가능한 복기 공식과 이후 경기 연습 기록을 연결한다</a:t>
            </a:r>
          </a:p>
        </p:txBody>
      </p:sp>
      <p:sp>
        <p:nvSpPr>
          <p:cNvPr id="10" name="">
            <a:extLst xmlns:a="http://schemas.openxmlformats.org/drawingml/2006/main">
              <a:ext uri="{FF2B5EF4-FFF2-40B4-BE49-F238E27FC236}">
                <a16:creationId xmlns:a16="http://schemas.microsoft.com/office/drawing/2014/main" id="{3F42AD59-5EE7-4EB7-85C0-06865392DEBD}"/>
              </a:ext>
            </a:extLst>
          </p:cNvPr>
          <p:cNvSpPr>
            <a:spLocks xmlns:a="http://schemas.openxmlformats.org/drawingml/2006/main" noGrp="1"/>
          </p:cNvSpPr>
          <p:nvPr/>
        </p:nvSpPr>
        <p:spPr>
          <a:xfrm xmlns:a="http://schemas.openxmlformats.org/drawingml/2006/main">
            <a:off x="666750" y="57531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C6D75"/>
                </a:solidFill>
                <a:latin typeface="맑은 고딕"/>
                <a:ea typeface="맑은 고딕"/>
                <a:cs typeface="맑은 고딕"/>
              </a:defRPr>
            </a:defPPr>
            <a:lvl1pPr algn="l">
              <a:defRPr sz="1875" b="0">
                <a:solidFill>
                  <a:srgbClr val="5C6D75"/>
                </a:solidFill>
                <a:latin typeface="맑은 고딕"/>
                <a:ea typeface="맑은 고딕"/>
                <a:cs typeface="맑은 고딕"/>
              </a:defRPr>
            </a:lvl1pPr>
            <a:lvl2pPr algn="l">
              <a:defRPr sz="1875" b="0">
                <a:solidFill>
                  <a:srgbClr val="5C6D75"/>
                </a:solidFill>
                <a:latin typeface="맑은 고딕"/>
                <a:ea typeface="맑은 고딕"/>
                <a:cs typeface="맑은 고딕"/>
              </a:defRPr>
            </a:lvl2pPr>
            <a:lvl3pPr algn="l">
              <a:defRPr sz="1875" b="0">
                <a:solidFill>
                  <a:srgbClr val="5C6D75"/>
                </a:solidFill>
                <a:latin typeface="맑은 고딕"/>
                <a:ea typeface="맑은 고딕"/>
                <a:cs typeface="맑은 고딕"/>
              </a:defRPr>
            </a:lvl3pPr>
            <a:lvl4pPr algn="l">
              <a:defRPr sz="1875" b="0">
                <a:solidFill>
                  <a:srgbClr val="5C6D75"/>
                </a:solidFill>
                <a:latin typeface="맑은 고딕"/>
                <a:ea typeface="맑은 고딕"/>
                <a:cs typeface="맑은 고딕"/>
              </a:defRPr>
            </a:lvl4pPr>
            <a:lvl5pPr algn="l">
              <a:defRPr sz="1875" b="0">
                <a:solidFill>
                  <a:srgbClr val="5C6D75"/>
                </a:solidFill>
                <a:latin typeface="맑은 고딕"/>
                <a:ea typeface="맑은 고딕"/>
                <a:cs typeface="맑은 고딕"/>
              </a:defRPr>
            </a:lvl5pPr>
            <a:lvl6pPr algn="l">
              <a:defRPr sz="1875" b="0">
                <a:solidFill>
                  <a:srgbClr val="5C6D75"/>
                </a:solidFill>
                <a:latin typeface="맑은 고딕"/>
                <a:ea typeface="맑은 고딕"/>
                <a:cs typeface="맑은 고딕"/>
              </a:defRPr>
            </a:lvl6pPr>
            <a:lvl7pPr algn="l">
              <a:defRPr sz="1875" b="0">
                <a:solidFill>
                  <a:srgbClr val="5C6D75"/>
                </a:solidFill>
                <a:latin typeface="맑은 고딕"/>
                <a:ea typeface="맑은 고딕"/>
                <a:cs typeface="맑은 고딕"/>
              </a:defRPr>
            </a:lvl7pPr>
            <a:lvl8pPr algn="l">
              <a:defRPr sz="1875" b="0">
                <a:solidFill>
                  <a:srgbClr val="5C6D75"/>
                </a:solidFill>
                <a:latin typeface="맑은 고딕"/>
                <a:ea typeface="맑은 고딕"/>
                <a:cs typeface="맑은 고딕"/>
              </a:defRPr>
            </a:lvl8pPr>
            <a:lvl9pPr algn="l">
              <a:defRPr sz="1875" b="0">
                <a:solidFill>
                  <a:srgbClr val="5C6D75"/>
                </a:solidFill>
                <a:latin typeface="맑은 고딕"/>
                <a:ea typeface="맑은 고딕"/>
                <a:cs typeface="맑은 고딕"/>
              </a:defRPr>
            </a:lvl9pPr>
          </a:lstStyle>
          <a:p xmlns:a="http://schemas.openxmlformats.org/drawingml/2006/main">
            <a:pPr algn="l">
              <a:defRPr sz="1875" b="0">
                <a:solidFill>
                  <a:srgbClr val="5C6D75"/>
                </a:solidFill>
                <a:latin typeface="맑은 고딕"/>
                <a:ea typeface="맑은 고딕"/>
                <a:cs typeface="맑은 고딕"/>
              </a:defRPr>
            </a:pPr>
            <a:r>
              <a:rPr sz="1875" b="0">
                <a:solidFill>
                  <a:srgbClr val="5C6D75"/>
                </a:solidFill>
                <a:latin typeface="맑은 고딕"/>
                <a:ea typeface="맑은 고딕"/>
                <a:cs typeface="맑은 고딕"/>
              </a:rPr>
              <a:t>분석 대상은 완료 경기이며 실시간 코칭·승률 향상 효과는 검증하지 않았다</a:t>
            </a:r>
          </a:p>
        </p:txBody>
      </p:sp>
    </p:spTree>
    <p:extLst>
      <p:ext uri="{BB962C8B-B14F-4D97-AF65-F5344CB8AC3E}">
        <p14:creationId xmlns:p14="http://schemas.microsoft.com/office/powerpoint/2010/main" val="6272479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1D48C5B-DA5D-444C-8092-3C7BC2F6FF9F}"/>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시스템 구성과 자료 처리</a:t>
            </a:r>
          </a:p>
        </p:txBody>
      </p:sp>
      <p:sp>
        <p:nvSpPr>
          <p:cNvPr id="3" name="">
            <a:extLst xmlns:a="http://schemas.openxmlformats.org/drawingml/2006/main">
              <a:ext uri="{FF2B5EF4-FFF2-40B4-BE49-F238E27FC236}">
                <a16:creationId xmlns:a16="http://schemas.microsoft.com/office/drawing/2014/main" id="{40CDCA72-1A56-4805-877F-FD960C814F4A}"/>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03</a:t>
            </a:r>
          </a:p>
        </p:txBody>
      </p:sp>
      <p:sp>
        <p:nvSpPr>
          <p:cNvPr id="4" name="">
            <a:extLst xmlns:a="http://schemas.openxmlformats.org/drawingml/2006/main">
              <a:ext uri="{FF2B5EF4-FFF2-40B4-BE49-F238E27FC236}">
                <a16:creationId xmlns:a16="http://schemas.microsoft.com/office/drawing/2014/main" id="{B1F3C1BA-02AD-4DEE-B995-6BB4402CD1CB}"/>
              </a:ext>
            </a:extLst>
          </p:cNvPr>
          <p:cNvSpPr>
            <a:spLocks xmlns:a="http://schemas.openxmlformats.org/drawingml/2006/main" noGrp="1"/>
          </p:cNvSpPr>
          <p:nvPr/>
        </p:nvSpPr>
        <p:spPr>
          <a:xfrm xmlns:a="http://schemas.openxmlformats.org/drawingml/2006/main">
            <a:off x="685800" y="16192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925" b="1">
                <a:solidFill>
                  <a:srgbClr val="117A72"/>
                </a:solidFill>
                <a:latin typeface="맑은 고딕"/>
                <a:ea typeface="맑은 고딕"/>
                <a:cs typeface="맑은 고딕"/>
              </a:defRPr>
            </a:defPPr>
            <a:lvl1pPr algn="l">
              <a:defRPr sz="2925" b="1">
                <a:solidFill>
                  <a:srgbClr val="117A72"/>
                </a:solidFill>
                <a:latin typeface="맑은 고딕"/>
                <a:ea typeface="맑은 고딕"/>
                <a:cs typeface="맑은 고딕"/>
              </a:defRPr>
            </a:lvl1pPr>
            <a:lvl2pPr algn="l">
              <a:defRPr sz="2925" b="1">
                <a:solidFill>
                  <a:srgbClr val="117A72"/>
                </a:solidFill>
                <a:latin typeface="맑은 고딕"/>
                <a:ea typeface="맑은 고딕"/>
                <a:cs typeface="맑은 고딕"/>
              </a:defRPr>
            </a:lvl2pPr>
            <a:lvl3pPr algn="l">
              <a:defRPr sz="2925" b="1">
                <a:solidFill>
                  <a:srgbClr val="117A72"/>
                </a:solidFill>
                <a:latin typeface="맑은 고딕"/>
                <a:ea typeface="맑은 고딕"/>
                <a:cs typeface="맑은 고딕"/>
              </a:defRPr>
            </a:lvl3pPr>
            <a:lvl4pPr algn="l">
              <a:defRPr sz="2925" b="1">
                <a:solidFill>
                  <a:srgbClr val="117A72"/>
                </a:solidFill>
                <a:latin typeface="맑은 고딕"/>
                <a:ea typeface="맑은 고딕"/>
                <a:cs typeface="맑은 고딕"/>
              </a:defRPr>
            </a:lvl4pPr>
            <a:lvl5pPr algn="l">
              <a:defRPr sz="2925" b="1">
                <a:solidFill>
                  <a:srgbClr val="117A72"/>
                </a:solidFill>
                <a:latin typeface="맑은 고딕"/>
                <a:ea typeface="맑은 고딕"/>
                <a:cs typeface="맑은 고딕"/>
              </a:defRPr>
            </a:lvl5pPr>
            <a:lvl6pPr algn="l">
              <a:defRPr sz="2925" b="1">
                <a:solidFill>
                  <a:srgbClr val="117A72"/>
                </a:solidFill>
                <a:latin typeface="맑은 고딕"/>
                <a:ea typeface="맑은 고딕"/>
                <a:cs typeface="맑은 고딕"/>
              </a:defRPr>
            </a:lvl6pPr>
            <a:lvl7pPr algn="l">
              <a:defRPr sz="2925" b="1">
                <a:solidFill>
                  <a:srgbClr val="117A72"/>
                </a:solidFill>
                <a:latin typeface="맑은 고딕"/>
                <a:ea typeface="맑은 고딕"/>
                <a:cs typeface="맑은 고딕"/>
              </a:defRPr>
            </a:lvl7pPr>
            <a:lvl8pPr algn="l">
              <a:defRPr sz="2925" b="1">
                <a:solidFill>
                  <a:srgbClr val="117A72"/>
                </a:solidFill>
                <a:latin typeface="맑은 고딕"/>
                <a:ea typeface="맑은 고딕"/>
                <a:cs typeface="맑은 고딕"/>
              </a:defRPr>
            </a:lvl8pPr>
            <a:lvl9pPr algn="l">
              <a:defRPr sz="2925" b="1">
                <a:solidFill>
                  <a:srgbClr val="117A72"/>
                </a:solidFill>
                <a:latin typeface="맑은 고딕"/>
                <a:ea typeface="맑은 고딕"/>
                <a:cs typeface="맑은 고딕"/>
              </a:defRPr>
            </a:lvl9pPr>
          </a:lstStyle>
          <a:p xmlns:a="http://schemas.openxmlformats.org/drawingml/2006/main">
            <a:pPr algn="l">
              <a:defRPr sz="2925" b="1">
                <a:solidFill>
                  <a:srgbClr val="117A72"/>
                </a:solidFill>
                <a:latin typeface="맑은 고딕"/>
                <a:ea typeface="맑은 고딕"/>
                <a:cs typeface="맑은 고딕"/>
              </a:defRPr>
            </a:pPr>
            <a:r>
              <a:rPr sz="2925" b="1">
                <a:solidFill>
                  <a:srgbClr val="117A72"/>
                </a:solidFill>
                <a:latin typeface="맑은 고딕"/>
                <a:ea typeface="맑은 고딕"/>
                <a:cs typeface="맑은 고딕"/>
              </a:rPr>
              <a:t>React · TypeScript   →   FastAPI   →   Riot API</a:t>
            </a:r>
          </a:p>
        </p:txBody>
      </p:sp>
      <p:sp>
        <p:nvSpPr>
          <p:cNvPr id="5" name="">
            <a:extLst xmlns:a="http://schemas.openxmlformats.org/drawingml/2006/main">
              <a:ext uri="{FF2B5EF4-FFF2-40B4-BE49-F238E27FC236}">
                <a16:creationId xmlns:a16="http://schemas.microsoft.com/office/drawing/2014/main" id="{B586968B-A8C6-42DA-A9F7-F5FF688603B3}"/>
              </a:ext>
            </a:extLst>
          </p:cNvPr>
          <p:cNvSpPr>
            <a:spLocks xmlns:a="http://schemas.openxmlformats.org/drawingml/2006/main" noGrp="1"/>
          </p:cNvSpPr>
          <p:nvPr/>
        </p:nvSpPr>
        <p:spPr>
          <a:xfrm xmlns:a="http://schemas.openxmlformats.org/drawingml/2006/main">
            <a:off x="666750" y="2809875"/>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17A72"/>
                </a:solidFill>
                <a:latin typeface="맑은 고딕"/>
                <a:ea typeface="맑은 고딕"/>
                <a:cs typeface="맑은 고딕"/>
              </a:defRPr>
            </a:defPPr>
            <a:lvl1pPr algn="l">
              <a:defRPr sz="2175" b="1">
                <a:solidFill>
                  <a:srgbClr val="117A72"/>
                </a:solidFill>
                <a:latin typeface="맑은 고딕"/>
                <a:ea typeface="맑은 고딕"/>
                <a:cs typeface="맑은 고딕"/>
              </a:defRPr>
            </a:lvl1pPr>
            <a:lvl2pPr algn="l">
              <a:defRPr sz="2175" b="1">
                <a:solidFill>
                  <a:srgbClr val="117A72"/>
                </a:solidFill>
                <a:latin typeface="맑은 고딕"/>
                <a:ea typeface="맑은 고딕"/>
                <a:cs typeface="맑은 고딕"/>
              </a:defRPr>
            </a:lvl2pPr>
            <a:lvl3pPr algn="l">
              <a:defRPr sz="2175" b="1">
                <a:solidFill>
                  <a:srgbClr val="117A72"/>
                </a:solidFill>
                <a:latin typeface="맑은 고딕"/>
                <a:ea typeface="맑은 고딕"/>
                <a:cs typeface="맑은 고딕"/>
              </a:defRPr>
            </a:lvl3pPr>
            <a:lvl4pPr algn="l">
              <a:defRPr sz="2175" b="1">
                <a:solidFill>
                  <a:srgbClr val="117A72"/>
                </a:solidFill>
                <a:latin typeface="맑은 고딕"/>
                <a:ea typeface="맑은 고딕"/>
                <a:cs typeface="맑은 고딕"/>
              </a:defRPr>
            </a:lvl4pPr>
            <a:lvl5pPr algn="l">
              <a:defRPr sz="2175" b="1">
                <a:solidFill>
                  <a:srgbClr val="117A72"/>
                </a:solidFill>
                <a:latin typeface="맑은 고딕"/>
                <a:ea typeface="맑은 고딕"/>
                <a:cs typeface="맑은 고딕"/>
              </a:defRPr>
            </a:lvl5pPr>
            <a:lvl6pPr algn="l">
              <a:defRPr sz="2175" b="1">
                <a:solidFill>
                  <a:srgbClr val="117A72"/>
                </a:solidFill>
                <a:latin typeface="맑은 고딕"/>
                <a:ea typeface="맑은 고딕"/>
                <a:cs typeface="맑은 고딕"/>
              </a:defRPr>
            </a:lvl6pPr>
            <a:lvl7pPr algn="l">
              <a:defRPr sz="2175" b="1">
                <a:solidFill>
                  <a:srgbClr val="117A72"/>
                </a:solidFill>
                <a:latin typeface="맑은 고딕"/>
                <a:ea typeface="맑은 고딕"/>
                <a:cs typeface="맑은 고딕"/>
              </a:defRPr>
            </a:lvl7pPr>
            <a:lvl8pPr algn="l">
              <a:defRPr sz="2175" b="1">
                <a:solidFill>
                  <a:srgbClr val="117A72"/>
                </a:solidFill>
                <a:latin typeface="맑은 고딕"/>
                <a:ea typeface="맑은 고딕"/>
                <a:cs typeface="맑은 고딕"/>
              </a:defRPr>
            </a:lvl8pPr>
            <a:lvl9pPr algn="l">
              <a:defRPr sz="2175" b="1">
                <a:solidFill>
                  <a:srgbClr val="117A72"/>
                </a:solidFill>
                <a:latin typeface="맑은 고딕"/>
                <a:ea typeface="맑은 고딕"/>
                <a:cs typeface="맑은 고딕"/>
              </a:defRPr>
            </a:lvl9pPr>
          </a:lstStyle>
          <a:p xmlns:a="http://schemas.openxmlformats.org/drawingml/2006/main">
            <a:pPr algn="l">
              <a:defRPr sz="2175" b="1">
                <a:solidFill>
                  <a:srgbClr val="117A72"/>
                </a:solidFill>
                <a:latin typeface="맑은 고딕"/>
                <a:ea typeface="맑은 고딕"/>
                <a:cs typeface="맑은 고딕"/>
              </a:defRPr>
            </a:pPr>
            <a:r>
              <a:rPr sz="2175" b="1">
                <a:solidFill>
                  <a:srgbClr val="117A72"/>
                </a:solidFill>
                <a:latin typeface="맑은 고딕"/>
                <a:ea typeface="맑은 고딕"/>
                <a:cs typeface="맑은 고딕"/>
              </a:rPr>
              <a:t>화면</a:t>
            </a:r>
          </a:p>
        </p:txBody>
      </p:sp>
      <p:sp>
        <p:nvSpPr>
          <p:cNvPr id="6" name="">
            <a:extLst xmlns:a="http://schemas.openxmlformats.org/drawingml/2006/main">
              <a:ext uri="{FF2B5EF4-FFF2-40B4-BE49-F238E27FC236}">
                <a16:creationId xmlns:a16="http://schemas.microsoft.com/office/drawing/2014/main" id="{7B9884E7-6574-45D7-B301-5C591696EECD}"/>
              </a:ext>
            </a:extLst>
          </p:cNvPr>
          <p:cNvSpPr>
            <a:spLocks xmlns:a="http://schemas.openxmlformats.org/drawingml/2006/main" noGrp="1"/>
          </p:cNvSpPr>
          <p:nvPr/>
        </p:nvSpPr>
        <p:spPr>
          <a:xfrm xmlns:a="http://schemas.openxmlformats.org/drawingml/2006/main">
            <a:off x="3048000" y="280987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23743"/>
                </a:solidFill>
                <a:latin typeface="맑은 고딕"/>
                <a:ea typeface="맑은 고딕"/>
                <a:cs typeface="맑은 고딕"/>
              </a:defRPr>
            </a:defPPr>
            <a:lvl1pPr algn="l">
              <a:defRPr sz="2175" b="0">
                <a:solidFill>
                  <a:srgbClr val="223743"/>
                </a:solidFill>
                <a:latin typeface="맑은 고딕"/>
                <a:ea typeface="맑은 고딕"/>
                <a:cs typeface="맑은 고딕"/>
              </a:defRPr>
            </a:lvl1pPr>
            <a:lvl2pPr algn="l">
              <a:defRPr sz="2175" b="0">
                <a:solidFill>
                  <a:srgbClr val="223743"/>
                </a:solidFill>
                <a:latin typeface="맑은 고딕"/>
                <a:ea typeface="맑은 고딕"/>
                <a:cs typeface="맑은 고딕"/>
              </a:defRPr>
            </a:lvl2pPr>
            <a:lvl3pPr algn="l">
              <a:defRPr sz="2175" b="0">
                <a:solidFill>
                  <a:srgbClr val="223743"/>
                </a:solidFill>
                <a:latin typeface="맑은 고딕"/>
                <a:ea typeface="맑은 고딕"/>
                <a:cs typeface="맑은 고딕"/>
              </a:defRPr>
            </a:lvl3pPr>
            <a:lvl4pPr algn="l">
              <a:defRPr sz="2175" b="0">
                <a:solidFill>
                  <a:srgbClr val="223743"/>
                </a:solidFill>
                <a:latin typeface="맑은 고딕"/>
                <a:ea typeface="맑은 고딕"/>
                <a:cs typeface="맑은 고딕"/>
              </a:defRPr>
            </a:lvl4pPr>
            <a:lvl5pPr algn="l">
              <a:defRPr sz="2175" b="0">
                <a:solidFill>
                  <a:srgbClr val="223743"/>
                </a:solidFill>
                <a:latin typeface="맑은 고딕"/>
                <a:ea typeface="맑은 고딕"/>
                <a:cs typeface="맑은 고딕"/>
              </a:defRPr>
            </a:lvl5pPr>
            <a:lvl6pPr algn="l">
              <a:defRPr sz="2175" b="0">
                <a:solidFill>
                  <a:srgbClr val="223743"/>
                </a:solidFill>
                <a:latin typeface="맑은 고딕"/>
                <a:ea typeface="맑은 고딕"/>
                <a:cs typeface="맑은 고딕"/>
              </a:defRPr>
            </a:lvl6pPr>
            <a:lvl7pPr algn="l">
              <a:defRPr sz="2175" b="0">
                <a:solidFill>
                  <a:srgbClr val="223743"/>
                </a:solidFill>
                <a:latin typeface="맑은 고딕"/>
                <a:ea typeface="맑은 고딕"/>
                <a:cs typeface="맑은 고딕"/>
              </a:defRPr>
            </a:lvl7pPr>
            <a:lvl8pPr algn="l">
              <a:defRPr sz="2175" b="0">
                <a:solidFill>
                  <a:srgbClr val="223743"/>
                </a:solidFill>
                <a:latin typeface="맑은 고딕"/>
                <a:ea typeface="맑은 고딕"/>
                <a:cs typeface="맑은 고딕"/>
              </a:defRPr>
            </a:lvl8pPr>
            <a:lvl9pPr algn="l">
              <a:defRPr sz="2175" b="0">
                <a:solidFill>
                  <a:srgbClr val="223743"/>
                </a:solidFill>
                <a:latin typeface="맑은 고딕"/>
                <a:ea typeface="맑은 고딕"/>
                <a:cs typeface="맑은 고딕"/>
              </a:defRPr>
            </a:lvl9pPr>
          </a:lstStyle>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Riot ID 조회 · 개인 복기 · 시점별 추정 · 분석 JSON 내보내기</a:t>
            </a:r>
          </a:p>
        </p:txBody>
      </p:sp>
      <p:sp>
        <p:nvSpPr>
          <p:cNvPr id="7" name="">
            <a:extLst xmlns:a="http://schemas.openxmlformats.org/drawingml/2006/main">
              <a:ext uri="{FF2B5EF4-FFF2-40B4-BE49-F238E27FC236}">
                <a16:creationId xmlns:a16="http://schemas.microsoft.com/office/drawing/2014/main" id="{B807529E-1C0A-40B1-9A8B-C0E55F21A31C}"/>
              </a:ext>
            </a:extLst>
          </p:cNvPr>
          <p:cNvSpPr>
            <a:spLocks xmlns:a="http://schemas.openxmlformats.org/drawingml/2006/main" noGrp="1"/>
          </p:cNvSpPr>
          <p:nvPr/>
        </p:nvSpPr>
        <p:spPr>
          <a:xfrm xmlns:a="http://schemas.openxmlformats.org/drawingml/2006/main">
            <a:off x="666750" y="3876675"/>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17A72"/>
                </a:solidFill>
                <a:latin typeface="맑은 고딕"/>
                <a:ea typeface="맑은 고딕"/>
                <a:cs typeface="맑은 고딕"/>
              </a:defRPr>
            </a:defPPr>
            <a:lvl1pPr algn="l">
              <a:defRPr sz="2175" b="1">
                <a:solidFill>
                  <a:srgbClr val="117A72"/>
                </a:solidFill>
                <a:latin typeface="맑은 고딕"/>
                <a:ea typeface="맑은 고딕"/>
                <a:cs typeface="맑은 고딕"/>
              </a:defRPr>
            </a:lvl1pPr>
            <a:lvl2pPr algn="l">
              <a:defRPr sz="2175" b="1">
                <a:solidFill>
                  <a:srgbClr val="117A72"/>
                </a:solidFill>
                <a:latin typeface="맑은 고딕"/>
                <a:ea typeface="맑은 고딕"/>
                <a:cs typeface="맑은 고딕"/>
              </a:defRPr>
            </a:lvl2pPr>
            <a:lvl3pPr algn="l">
              <a:defRPr sz="2175" b="1">
                <a:solidFill>
                  <a:srgbClr val="117A72"/>
                </a:solidFill>
                <a:latin typeface="맑은 고딕"/>
                <a:ea typeface="맑은 고딕"/>
                <a:cs typeface="맑은 고딕"/>
              </a:defRPr>
            </a:lvl3pPr>
            <a:lvl4pPr algn="l">
              <a:defRPr sz="2175" b="1">
                <a:solidFill>
                  <a:srgbClr val="117A72"/>
                </a:solidFill>
                <a:latin typeface="맑은 고딕"/>
                <a:ea typeface="맑은 고딕"/>
                <a:cs typeface="맑은 고딕"/>
              </a:defRPr>
            </a:lvl4pPr>
            <a:lvl5pPr algn="l">
              <a:defRPr sz="2175" b="1">
                <a:solidFill>
                  <a:srgbClr val="117A72"/>
                </a:solidFill>
                <a:latin typeface="맑은 고딕"/>
                <a:ea typeface="맑은 고딕"/>
                <a:cs typeface="맑은 고딕"/>
              </a:defRPr>
            </a:lvl5pPr>
            <a:lvl6pPr algn="l">
              <a:defRPr sz="2175" b="1">
                <a:solidFill>
                  <a:srgbClr val="117A72"/>
                </a:solidFill>
                <a:latin typeface="맑은 고딕"/>
                <a:ea typeface="맑은 고딕"/>
                <a:cs typeface="맑은 고딕"/>
              </a:defRPr>
            </a:lvl6pPr>
            <a:lvl7pPr algn="l">
              <a:defRPr sz="2175" b="1">
                <a:solidFill>
                  <a:srgbClr val="117A72"/>
                </a:solidFill>
                <a:latin typeface="맑은 고딕"/>
                <a:ea typeface="맑은 고딕"/>
                <a:cs typeface="맑은 고딕"/>
              </a:defRPr>
            </a:lvl7pPr>
            <a:lvl8pPr algn="l">
              <a:defRPr sz="2175" b="1">
                <a:solidFill>
                  <a:srgbClr val="117A72"/>
                </a:solidFill>
                <a:latin typeface="맑은 고딕"/>
                <a:ea typeface="맑은 고딕"/>
                <a:cs typeface="맑은 고딕"/>
              </a:defRPr>
            </a:lvl8pPr>
            <a:lvl9pPr algn="l">
              <a:defRPr sz="2175" b="1">
                <a:solidFill>
                  <a:srgbClr val="117A72"/>
                </a:solidFill>
                <a:latin typeface="맑은 고딕"/>
                <a:ea typeface="맑은 고딕"/>
                <a:cs typeface="맑은 고딕"/>
              </a:defRPr>
            </a:lvl9pPr>
          </a:lstStyle>
          <a:p xmlns:a="http://schemas.openxmlformats.org/drawingml/2006/main">
            <a:pPr algn="l">
              <a:defRPr sz="2175" b="1">
                <a:solidFill>
                  <a:srgbClr val="117A72"/>
                </a:solidFill>
                <a:latin typeface="맑은 고딕"/>
                <a:ea typeface="맑은 고딕"/>
                <a:cs typeface="맑은 고딕"/>
              </a:defRPr>
            </a:pPr>
            <a:r>
              <a:rPr sz="2175" b="1">
                <a:solidFill>
                  <a:srgbClr val="117A72"/>
                </a:solidFill>
                <a:latin typeface="맑은 고딕"/>
                <a:ea typeface="맑은 고딕"/>
                <a:cs typeface="맑은 고딕"/>
              </a:rPr>
              <a:t>백엔드</a:t>
            </a:r>
          </a:p>
        </p:txBody>
      </p:sp>
      <p:sp>
        <p:nvSpPr>
          <p:cNvPr id="8" name="">
            <a:extLst xmlns:a="http://schemas.openxmlformats.org/drawingml/2006/main">
              <a:ext uri="{FF2B5EF4-FFF2-40B4-BE49-F238E27FC236}">
                <a16:creationId xmlns:a16="http://schemas.microsoft.com/office/drawing/2014/main" id="{22E8ABBC-0457-4E3B-B2C1-A0BD3366CA8A}"/>
              </a:ext>
            </a:extLst>
          </p:cNvPr>
          <p:cNvSpPr>
            <a:spLocks xmlns:a="http://schemas.openxmlformats.org/drawingml/2006/main" noGrp="1"/>
          </p:cNvSpPr>
          <p:nvPr/>
        </p:nvSpPr>
        <p:spPr>
          <a:xfrm xmlns:a="http://schemas.openxmlformats.org/drawingml/2006/main">
            <a:off x="3048000" y="387667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23743"/>
                </a:solidFill>
                <a:latin typeface="맑은 고딕"/>
                <a:ea typeface="맑은 고딕"/>
                <a:cs typeface="맑은 고딕"/>
              </a:defRPr>
            </a:defPPr>
            <a:lvl1pPr algn="l">
              <a:defRPr sz="2175" b="0">
                <a:solidFill>
                  <a:srgbClr val="223743"/>
                </a:solidFill>
                <a:latin typeface="맑은 고딕"/>
                <a:ea typeface="맑은 고딕"/>
                <a:cs typeface="맑은 고딕"/>
              </a:defRPr>
            </a:lvl1pPr>
            <a:lvl2pPr algn="l">
              <a:defRPr sz="2175" b="0">
                <a:solidFill>
                  <a:srgbClr val="223743"/>
                </a:solidFill>
                <a:latin typeface="맑은 고딕"/>
                <a:ea typeface="맑은 고딕"/>
                <a:cs typeface="맑은 고딕"/>
              </a:defRPr>
            </a:lvl2pPr>
            <a:lvl3pPr algn="l">
              <a:defRPr sz="2175" b="0">
                <a:solidFill>
                  <a:srgbClr val="223743"/>
                </a:solidFill>
                <a:latin typeface="맑은 고딕"/>
                <a:ea typeface="맑은 고딕"/>
                <a:cs typeface="맑은 고딕"/>
              </a:defRPr>
            </a:lvl3pPr>
            <a:lvl4pPr algn="l">
              <a:defRPr sz="2175" b="0">
                <a:solidFill>
                  <a:srgbClr val="223743"/>
                </a:solidFill>
                <a:latin typeface="맑은 고딕"/>
                <a:ea typeface="맑은 고딕"/>
                <a:cs typeface="맑은 고딕"/>
              </a:defRPr>
            </a:lvl4pPr>
            <a:lvl5pPr algn="l">
              <a:defRPr sz="2175" b="0">
                <a:solidFill>
                  <a:srgbClr val="223743"/>
                </a:solidFill>
                <a:latin typeface="맑은 고딕"/>
                <a:ea typeface="맑은 고딕"/>
                <a:cs typeface="맑은 고딕"/>
              </a:defRPr>
            </a:lvl5pPr>
            <a:lvl6pPr algn="l">
              <a:defRPr sz="2175" b="0">
                <a:solidFill>
                  <a:srgbClr val="223743"/>
                </a:solidFill>
                <a:latin typeface="맑은 고딕"/>
                <a:ea typeface="맑은 고딕"/>
                <a:cs typeface="맑은 고딕"/>
              </a:defRPr>
            </a:lvl6pPr>
            <a:lvl7pPr algn="l">
              <a:defRPr sz="2175" b="0">
                <a:solidFill>
                  <a:srgbClr val="223743"/>
                </a:solidFill>
                <a:latin typeface="맑은 고딕"/>
                <a:ea typeface="맑은 고딕"/>
                <a:cs typeface="맑은 고딕"/>
              </a:defRPr>
            </a:lvl7pPr>
            <a:lvl8pPr algn="l">
              <a:defRPr sz="2175" b="0">
                <a:solidFill>
                  <a:srgbClr val="223743"/>
                </a:solidFill>
                <a:latin typeface="맑은 고딕"/>
                <a:ea typeface="맑은 고딕"/>
                <a:cs typeface="맑은 고딕"/>
              </a:defRPr>
            </a:lvl8pPr>
            <a:lvl9pPr algn="l">
              <a:defRPr sz="2175" b="0">
                <a:solidFill>
                  <a:srgbClr val="223743"/>
                </a:solidFill>
                <a:latin typeface="맑은 고딕"/>
                <a:ea typeface="맑은 고딕"/>
                <a:cs typeface="맑은 고딕"/>
              </a:defRPr>
            </a:lvl9pPr>
          </a:lstStyle>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Riot API · SQLite 수집·집계 · 요청 간격 제어 · 선택 외부 자료</a:t>
            </a:r>
          </a:p>
        </p:txBody>
      </p:sp>
      <p:sp>
        <p:nvSpPr>
          <p:cNvPr id="9" name="">
            <a:extLst xmlns:a="http://schemas.openxmlformats.org/drawingml/2006/main">
              <a:ext uri="{FF2B5EF4-FFF2-40B4-BE49-F238E27FC236}">
                <a16:creationId xmlns:a16="http://schemas.microsoft.com/office/drawing/2014/main" id="{5485F158-A56E-48BE-8B29-C39F81CA358E}"/>
              </a:ext>
            </a:extLst>
          </p:cNvPr>
          <p:cNvSpPr>
            <a:spLocks xmlns:a="http://schemas.openxmlformats.org/drawingml/2006/main" noGrp="1"/>
          </p:cNvSpPr>
          <p:nvPr/>
        </p:nvSpPr>
        <p:spPr>
          <a:xfrm xmlns:a="http://schemas.openxmlformats.org/drawingml/2006/main">
            <a:off x="666750" y="4943475"/>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17A72"/>
                </a:solidFill>
                <a:latin typeface="맑은 고딕"/>
                <a:ea typeface="맑은 고딕"/>
                <a:cs typeface="맑은 고딕"/>
              </a:defRPr>
            </a:defPPr>
            <a:lvl1pPr algn="l">
              <a:defRPr sz="2175" b="1">
                <a:solidFill>
                  <a:srgbClr val="117A72"/>
                </a:solidFill>
                <a:latin typeface="맑은 고딕"/>
                <a:ea typeface="맑은 고딕"/>
                <a:cs typeface="맑은 고딕"/>
              </a:defRPr>
            </a:lvl1pPr>
            <a:lvl2pPr algn="l">
              <a:defRPr sz="2175" b="1">
                <a:solidFill>
                  <a:srgbClr val="117A72"/>
                </a:solidFill>
                <a:latin typeface="맑은 고딕"/>
                <a:ea typeface="맑은 고딕"/>
                <a:cs typeface="맑은 고딕"/>
              </a:defRPr>
            </a:lvl2pPr>
            <a:lvl3pPr algn="l">
              <a:defRPr sz="2175" b="1">
                <a:solidFill>
                  <a:srgbClr val="117A72"/>
                </a:solidFill>
                <a:latin typeface="맑은 고딕"/>
                <a:ea typeface="맑은 고딕"/>
                <a:cs typeface="맑은 고딕"/>
              </a:defRPr>
            </a:lvl3pPr>
            <a:lvl4pPr algn="l">
              <a:defRPr sz="2175" b="1">
                <a:solidFill>
                  <a:srgbClr val="117A72"/>
                </a:solidFill>
                <a:latin typeface="맑은 고딕"/>
                <a:ea typeface="맑은 고딕"/>
                <a:cs typeface="맑은 고딕"/>
              </a:defRPr>
            </a:lvl4pPr>
            <a:lvl5pPr algn="l">
              <a:defRPr sz="2175" b="1">
                <a:solidFill>
                  <a:srgbClr val="117A72"/>
                </a:solidFill>
                <a:latin typeface="맑은 고딕"/>
                <a:ea typeface="맑은 고딕"/>
                <a:cs typeface="맑은 고딕"/>
              </a:defRPr>
            </a:lvl5pPr>
            <a:lvl6pPr algn="l">
              <a:defRPr sz="2175" b="1">
                <a:solidFill>
                  <a:srgbClr val="117A72"/>
                </a:solidFill>
                <a:latin typeface="맑은 고딕"/>
                <a:ea typeface="맑은 고딕"/>
                <a:cs typeface="맑은 고딕"/>
              </a:defRPr>
            </a:lvl6pPr>
            <a:lvl7pPr algn="l">
              <a:defRPr sz="2175" b="1">
                <a:solidFill>
                  <a:srgbClr val="117A72"/>
                </a:solidFill>
                <a:latin typeface="맑은 고딕"/>
                <a:ea typeface="맑은 고딕"/>
                <a:cs typeface="맑은 고딕"/>
              </a:defRPr>
            </a:lvl7pPr>
            <a:lvl8pPr algn="l">
              <a:defRPr sz="2175" b="1">
                <a:solidFill>
                  <a:srgbClr val="117A72"/>
                </a:solidFill>
                <a:latin typeface="맑은 고딕"/>
                <a:ea typeface="맑은 고딕"/>
                <a:cs typeface="맑은 고딕"/>
              </a:defRPr>
            </a:lvl8pPr>
            <a:lvl9pPr algn="l">
              <a:defRPr sz="2175" b="1">
                <a:solidFill>
                  <a:srgbClr val="117A72"/>
                </a:solidFill>
                <a:latin typeface="맑은 고딕"/>
                <a:ea typeface="맑은 고딕"/>
                <a:cs typeface="맑은 고딕"/>
              </a:defRPr>
            </a:lvl9pPr>
          </a:lstStyle>
          <a:p xmlns:a="http://schemas.openxmlformats.org/drawingml/2006/main">
            <a:pPr algn="l">
              <a:defRPr sz="2175" b="1">
                <a:solidFill>
                  <a:srgbClr val="117A72"/>
                </a:solidFill>
                <a:latin typeface="맑은 고딕"/>
                <a:ea typeface="맑은 고딕"/>
                <a:cs typeface="맑은 고딕"/>
              </a:defRPr>
            </a:pPr>
            <a:r>
              <a:rPr sz="2175" b="1">
                <a:solidFill>
                  <a:srgbClr val="117A72"/>
                </a:solidFill>
                <a:latin typeface="맑은 고딕"/>
                <a:ea typeface="맑은 고딕"/>
                <a:cs typeface="맑은 고딕"/>
              </a:rPr>
              <a:t>모형</a:t>
            </a:r>
          </a:p>
        </p:txBody>
      </p:sp>
      <p:sp>
        <p:nvSpPr>
          <p:cNvPr id="10" name="">
            <a:extLst xmlns:a="http://schemas.openxmlformats.org/drawingml/2006/main">
              <a:ext uri="{FF2B5EF4-FFF2-40B4-BE49-F238E27FC236}">
                <a16:creationId xmlns:a16="http://schemas.microsoft.com/office/drawing/2014/main" id="{9E61DA88-2A4F-4A01-95F8-639DFBF29FE9}"/>
              </a:ext>
            </a:extLst>
          </p:cNvPr>
          <p:cNvSpPr>
            <a:spLocks xmlns:a="http://schemas.openxmlformats.org/drawingml/2006/main" noGrp="1"/>
          </p:cNvSpPr>
          <p:nvPr/>
        </p:nvSpPr>
        <p:spPr>
          <a:xfrm xmlns:a="http://schemas.openxmlformats.org/drawingml/2006/main">
            <a:off x="3048000" y="4943475"/>
            <a:ext cx="8382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23743"/>
                </a:solidFill>
                <a:latin typeface="맑은 고딕"/>
                <a:ea typeface="맑은 고딕"/>
                <a:cs typeface="맑은 고딕"/>
              </a:defRPr>
            </a:defPPr>
            <a:lvl1pPr algn="l">
              <a:defRPr sz="2175" b="0">
                <a:solidFill>
                  <a:srgbClr val="223743"/>
                </a:solidFill>
                <a:latin typeface="맑은 고딕"/>
                <a:ea typeface="맑은 고딕"/>
                <a:cs typeface="맑은 고딕"/>
              </a:defRPr>
            </a:lvl1pPr>
            <a:lvl2pPr algn="l">
              <a:defRPr sz="2175" b="0">
                <a:solidFill>
                  <a:srgbClr val="223743"/>
                </a:solidFill>
                <a:latin typeface="맑은 고딕"/>
                <a:ea typeface="맑은 고딕"/>
                <a:cs typeface="맑은 고딕"/>
              </a:defRPr>
            </a:lvl2pPr>
            <a:lvl3pPr algn="l">
              <a:defRPr sz="2175" b="0">
                <a:solidFill>
                  <a:srgbClr val="223743"/>
                </a:solidFill>
                <a:latin typeface="맑은 고딕"/>
                <a:ea typeface="맑은 고딕"/>
                <a:cs typeface="맑은 고딕"/>
              </a:defRPr>
            </a:lvl3pPr>
            <a:lvl4pPr algn="l">
              <a:defRPr sz="2175" b="0">
                <a:solidFill>
                  <a:srgbClr val="223743"/>
                </a:solidFill>
                <a:latin typeface="맑은 고딕"/>
                <a:ea typeface="맑은 고딕"/>
                <a:cs typeface="맑은 고딕"/>
              </a:defRPr>
            </a:lvl4pPr>
            <a:lvl5pPr algn="l">
              <a:defRPr sz="2175" b="0">
                <a:solidFill>
                  <a:srgbClr val="223743"/>
                </a:solidFill>
                <a:latin typeface="맑은 고딕"/>
                <a:ea typeface="맑은 고딕"/>
                <a:cs typeface="맑은 고딕"/>
              </a:defRPr>
            </a:lvl5pPr>
            <a:lvl6pPr algn="l">
              <a:defRPr sz="2175" b="0">
                <a:solidFill>
                  <a:srgbClr val="223743"/>
                </a:solidFill>
                <a:latin typeface="맑은 고딕"/>
                <a:ea typeface="맑은 고딕"/>
                <a:cs typeface="맑은 고딕"/>
              </a:defRPr>
            </a:lvl6pPr>
            <a:lvl7pPr algn="l">
              <a:defRPr sz="2175" b="0">
                <a:solidFill>
                  <a:srgbClr val="223743"/>
                </a:solidFill>
                <a:latin typeface="맑은 고딕"/>
                <a:ea typeface="맑은 고딕"/>
                <a:cs typeface="맑은 고딕"/>
              </a:defRPr>
            </a:lvl7pPr>
            <a:lvl8pPr algn="l">
              <a:defRPr sz="2175" b="0">
                <a:solidFill>
                  <a:srgbClr val="223743"/>
                </a:solidFill>
                <a:latin typeface="맑은 고딕"/>
                <a:ea typeface="맑은 고딕"/>
                <a:cs typeface="맑은 고딕"/>
              </a:defRPr>
            </a:lvl8pPr>
            <a:lvl9pPr algn="l">
              <a:defRPr sz="2175" b="0">
                <a:solidFill>
                  <a:srgbClr val="223743"/>
                </a:solidFill>
                <a:latin typeface="맑은 고딕"/>
                <a:ea typeface="맑은 고딕"/>
                <a:cs typeface="맑은 고딕"/>
              </a:defRPr>
            </a:lvl9pPr>
          </a:lstStyle>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주·시간별 MLP의 입력 시점과 자료 출처 확인</a:t>
            </a:r>
          </a:p>
        </p:txBody>
      </p:sp>
      <p:sp>
        <p:nvSpPr>
          <p:cNvPr id="11" name="">
            <a:extLst xmlns:a="http://schemas.openxmlformats.org/drawingml/2006/main">
              <a:ext uri="{FF2B5EF4-FFF2-40B4-BE49-F238E27FC236}">
                <a16:creationId xmlns:a16="http://schemas.microsoft.com/office/drawing/2014/main" id="{273E5EF3-3EA0-40A5-A95C-AA378C77CB3B}"/>
              </a:ext>
            </a:extLst>
          </p:cNvPr>
          <p:cNvSpPr>
            <a:spLocks xmlns:a="http://schemas.openxmlformats.org/drawingml/2006/main" noGrp="1"/>
          </p:cNvSpPr>
          <p:nvPr/>
        </p:nvSpPr>
        <p:spPr>
          <a:xfrm xmlns:a="http://schemas.openxmlformats.org/drawingml/2006/main">
            <a:off x="685800" y="59531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C6D75"/>
                </a:solidFill>
                <a:latin typeface="맑은 고딕"/>
                <a:ea typeface="맑은 고딕"/>
                <a:cs typeface="맑은 고딕"/>
              </a:defRPr>
            </a:defPPr>
            <a:lvl1pPr algn="l">
              <a:defRPr sz="1800" b="0">
                <a:solidFill>
                  <a:srgbClr val="5C6D75"/>
                </a:solidFill>
                <a:latin typeface="맑은 고딕"/>
                <a:ea typeface="맑은 고딕"/>
                <a:cs typeface="맑은 고딕"/>
              </a:defRPr>
            </a:lvl1pPr>
            <a:lvl2pPr algn="l">
              <a:defRPr sz="1800" b="0">
                <a:solidFill>
                  <a:srgbClr val="5C6D75"/>
                </a:solidFill>
                <a:latin typeface="맑은 고딕"/>
                <a:ea typeface="맑은 고딕"/>
                <a:cs typeface="맑은 고딕"/>
              </a:defRPr>
            </a:lvl2pPr>
            <a:lvl3pPr algn="l">
              <a:defRPr sz="1800" b="0">
                <a:solidFill>
                  <a:srgbClr val="5C6D75"/>
                </a:solidFill>
                <a:latin typeface="맑은 고딕"/>
                <a:ea typeface="맑은 고딕"/>
                <a:cs typeface="맑은 고딕"/>
              </a:defRPr>
            </a:lvl3pPr>
            <a:lvl4pPr algn="l">
              <a:defRPr sz="1800" b="0">
                <a:solidFill>
                  <a:srgbClr val="5C6D75"/>
                </a:solidFill>
                <a:latin typeface="맑은 고딕"/>
                <a:ea typeface="맑은 고딕"/>
                <a:cs typeface="맑은 고딕"/>
              </a:defRPr>
            </a:lvl4pPr>
            <a:lvl5pPr algn="l">
              <a:defRPr sz="1800" b="0">
                <a:solidFill>
                  <a:srgbClr val="5C6D75"/>
                </a:solidFill>
                <a:latin typeface="맑은 고딕"/>
                <a:ea typeface="맑은 고딕"/>
                <a:cs typeface="맑은 고딕"/>
              </a:defRPr>
            </a:lvl5pPr>
            <a:lvl6pPr algn="l">
              <a:defRPr sz="1800" b="0">
                <a:solidFill>
                  <a:srgbClr val="5C6D75"/>
                </a:solidFill>
                <a:latin typeface="맑은 고딕"/>
                <a:ea typeface="맑은 고딕"/>
                <a:cs typeface="맑은 고딕"/>
              </a:defRPr>
            </a:lvl6pPr>
            <a:lvl7pPr algn="l">
              <a:defRPr sz="1800" b="0">
                <a:solidFill>
                  <a:srgbClr val="5C6D75"/>
                </a:solidFill>
                <a:latin typeface="맑은 고딕"/>
                <a:ea typeface="맑은 고딕"/>
                <a:cs typeface="맑은 고딕"/>
              </a:defRPr>
            </a:lvl7pPr>
            <a:lvl8pPr algn="l">
              <a:defRPr sz="1800" b="0">
                <a:solidFill>
                  <a:srgbClr val="5C6D75"/>
                </a:solidFill>
                <a:latin typeface="맑은 고딕"/>
                <a:ea typeface="맑은 고딕"/>
                <a:cs typeface="맑은 고딕"/>
              </a:defRPr>
            </a:lvl8pPr>
            <a:lvl9pPr algn="l">
              <a:defRPr sz="1800" b="0">
                <a:solidFill>
                  <a:srgbClr val="5C6D75"/>
                </a:solidFill>
                <a:latin typeface="맑은 고딕"/>
                <a:ea typeface="맑은 고딕"/>
                <a:cs typeface="맑은 고딕"/>
              </a:defRPr>
            </a:lvl9pPr>
          </a:lstStyle>
          <a:p xmlns:a="http://schemas.openxmlformats.org/drawingml/2006/main">
            <a:pPr algn="l">
              <a:defRPr sz="1800" b="0">
                <a:solidFill>
                  <a:srgbClr val="5C6D75"/>
                </a:solidFill>
                <a:latin typeface="맑은 고딕"/>
                <a:ea typeface="맑은 고딕"/>
                <a:cs typeface="맑은 고딕"/>
              </a:defRPr>
            </a:pPr>
            <a:r>
              <a:rPr sz="1800" b="0">
                <a:solidFill>
                  <a:srgbClr val="5C6D75"/>
                </a:solidFill>
                <a:latin typeface="맑은 고딕"/>
                <a:ea typeface="맑은 고딕"/>
                <a:cs typeface="맑은 고딕"/>
              </a:rPr>
              <a:t>API 키는 서버에 보관한다. 현재 랭크·숙련도는 과거 예측 입력과 분리한다</a:t>
            </a:r>
          </a:p>
        </p:txBody>
      </p:sp>
    </p:spTree>
    <p:extLst>
      <p:ext uri="{BB962C8B-B14F-4D97-AF65-F5344CB8AC3E}">
        <p14:creationId xmlns:p14="http://schemas.microsoft.com/office/powerpoint/2010/main" val="16394218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79B9128-6507-4672-AA38-EA896A959A6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보존한 104경기 연구 분할</a:t>
            </a:r>
          </a:p>
        </p:txBody>
      </p:sp>
      <p:sp>
        <p:nvSpPr>
          <p:cNvPr id="3" name="">
            <a:extLst xmlns:a="http://schemas.openxmlformats.org/drawingml/2006/main">
              <a:ext uri="{FF2B5EF4-FFF2-40B4-BE49-F238E27FC236}">
                <a16:creationId xmlns:a16="http://schemas.microsoft.com/office/drawing/2014/main" id="{0AB97D0A-B078-49BA-B7CE-4DF06D3DF05D}"/>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04</a:t>
            </a:r>
          </a:p>
        </p:txBody>
      </p:sp>
      <p:sp>
        <p:nvSpPr>
          <p:cNvPr id="4" name="">
            <a:extLst xmlns:a="http://schemas.openxmlformats.org/drawingml/2006/main">
              <a:ext uri="{FF2B5EF4-FFF2-40B4-BE49-F238E27FC236}">
                <a16:creationId xmlns:a16="http://schemas.microsoft.com/office/drawing/2014/main" id="{89DA60F2-9FFC-4F1A-8B63-12F00774D248}"/>
              </a:ext>
            </a:extLst>
          </p:cNvPr>
          <p:cNvSpPr>
            <a:spLocks xmlns:a="http://schemas.openxmlformats.org/drawingml/2006/main" noGrp="1"/>
          </p:cNvSpPr>
          <p:nvPr/>
        </p:nvSpPr>
        <p:spPr>
          <a:xfrm xmlns:a="http://schemas.openxmlformats.org/drawingml/2006/main">
            <a:off x="685800" y="1524000"/>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6750" b="1">
                <a:solidFill>
                  <a:srgbClr val="117A72"/>
                </a:solidFill>
                <a:latin typeface="맑은 고딕"/>
                <a:ea typeface="맑은 고딕"/>
                <a:cs typeface="맑은 고딕"/>
              </a:defRPr>
            </a:defPPr>
            <a:lvl1pPr algn="l">
              <a:defRPr sz="6750" b="1">
                <a:solidFill>
                  <a:srgbClr val="117A72"/>
                </a:solidFill>
                <a:latin typeface="맑은 고딕"/>
                <a:ea typeface="맑은 고딕"/>
                <a:cs typeface="맑은 고딕"/>
              </a:defRPr>
            </a:lvl1pPr>
            <a:lvl2pPr algn="l">
              <a:defRPr sz="6750" b="1">
                <a:solidFill>
                  <a:srgbClr val="117A72"/>
                </a:solidFill>
                <a:latin typeface="맑은 고딕"/>
                <a:ea typeface="맑은 고딕"/>
                <a:cs typeface="맑은 고딕"/>
              </a:defRPr>
            </a:lvl2pPr>
            <a:lvl3pPr algn="l">
              <a:defRPr sz="6750" b="1">
                <a:solidFill>
                  <a:srgbClr val="117A72"/>
                </a:solidFill>
                <a:latin typeface="맑은 고딕"/>
                <a:ea typeface="맑은 고딕"/>
                <a:cs typeface="맑은 고딕"/>
              </a:defRPr>
            </a:lvl3pPr>
            <a:lvl4pPr algn="l">
              <a:defRPr sz="6750" b="1">
                <a:solidFill>
                  <a:srgbClr val="117A72"/>
                </a:solidFill>
                <a:latin typeface="맑은 고딕"/>
                <a:ea typeface="맑은 고딕"/>
                <a:cs typeface="맑은 고딕"/>
              </a:defRPr>
            </a:lvl4pPr>
            <a:lvl5pPr algn="l">
              <a:defRPr sz="6750" b="1">
                <a:solidFill>
                  <a:srgbClr val="117A72"/>
                </a:solidFill>
                <a:latin typeface="맑은 고딕"/>
                <a:ea typeface="맑은 고딕"/>
                <a:cs typeface="맑은 고딕"/>
              </a:defRPr>
            </a:lvl5pPr>
            <a:lvl6pPr algn="l">
              <a:defRPr sz="6750" b="1">
                <a:solidFill>
                  <a:srgbClr val="117A72"/>
                </a:solidFill>
                <a:latin typeface="맑은 고딕"/>
                <a:ea typeface="맑은 고딕"/>
                <a:cs typeface="맑은 고딕"/>
              </a:defRPr>
            </a:lvl6pPr>
            <a:lvl7pPr algn="l">
              <a:defRPr sz="6750" b="1">
                <a:solidFill>
                  <a:srgbClr val="117A72"/>
                </a:solidFill>
                <a:latin typeface="맑은 고딕"/>
                <a:ea typeface="맑은 고딕"/>
                <a:cs typeface="맑은 고딕"/>
              </a:defRPr>
            </a:lvl7pPr>
            <a:lvl8pPr algn="l">
              <a:defRPr sz="6750" b="1">
                <a:solidFill>
                  <a:srgbClr val="117A72"/>
                </a:solidFill>
                <a:latin typeface="맑은 고딕"/>
                <a:ea typeface="맑은 고딕"/>
                <a:cs typeface="맑은 고딕"/>
              </a:defRPr>
            </a:lvl8pPr>
            <a:lvl9pPr algn="l">
              <a:defRPr sz="6750" b="1">
                <a:solidFill>
                  <a:srgbClr val="117A72"/>
                </a:solidFill>
                <a:latin typeface="맑은 고딕"/>
                <a:ea typeface="맑은 고딕"/>
                <a:cs typeface="맑은 고딕"/>
              </a:defRPr>
            </a:lvl9pPr>
          </a:lstStyle>
          <a:p xmlns:a="http://schemas.openxmlformats.org/drawingml/2006/main">
            <a:pPr algn="l">
              <a:defRPr sz="6750" b="1">
                <a:solidFill>
                  <a:srgbClr val="117A72"/>
                </a:solidFill>
                <a:latin typeface="맑은 고딕"/>
                <a:ea typeface="맑은 고딕"/>
                <a:cs typeface="맑은 고딕"/>
              </a:defRPr>
            </a:pPr>
            <a:r>
              <a:rPr sz="6750" b="1">
                <a:solidFill>
                  <a:srgbClr val="117A72"/>
                </a:solidFill>
                <a:latin typeface="맑은 고딕"/>
                <a:ea typeface="맑은 고딕"/>
                <a:cs typeface="맑은 고딕"/>
              </a:rPr>
              <a:t>104</a:t>
            </a:r>
          </a:p>
        </p:txBody>
      </p:sp>
      <p:sp>
        <p:nvSpPr>
          <p:cNvPr id="5" name="">
            <a:extLst xmlns:a="http://schemas.openxmlformats.org/drawingml/2006/main">
              <a:ext uri="{FF2B5EF4-FFF2-40B4-BE49-F238E27FC236}">
                <a16:creationId xmlns:a16="http://schemas.microsoft.com/office/drawing/2014/main" id="{F0DA0C6E-E0FE-45CB-9719-02AD3154AEA2}"/>
              </a:ext>
            </a:extLst>
          </p:cNvPr>
          <p:cNvSpPr>
            <a:spLocks xmlns:a="http://schemas.openxmlformats.org/drawingml/2006/main" noGrp="1"/>
          </p:cNvSpPr>
          <p:nvPr/>
        </p:nvSpPr>
        <p:spPr>
          <a:xfrm xmlns:a="http://schemas.openxmlformats.org/drawingml/2006/main">
            <a:off x="3333750" y="186690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700" b="1">
                <a:solidFill>
                  <a:srgbClr val="132B3B"/>
                </a:solidFill>
                <a:latin typeface="맑은 고딕"/>
                <a:ea typeface="맑은 고딕"/>
                <a:cs typeface="맑은 고딕"/>
              </a:defRPr>
            </a:defPPr>
            <a:lvl1pPr algn="l">
              <a:defRPr sz="2700" b="1">
                <a:solidFill>
                  <a:srgbClr val="132B3B"/>
                </a:solidFill>
                <a:latin typeface="맑은 고딕"/>
                <a:ea typeface="맑은 고딕"/>
                <a:cs typeface="맑은 고딕"/>
              </a:defRPr>
            </a:lvl1pPr>
            <a:lvl2pPr algn="l">
              <a:defRPr sz="2700" b="1">
                <a:solidFill>
                  <a:srgbClr val="132B3B"/>
                </a:solidFill>
                <a:latin typeface="맑은 고딕"/>
                <a:ea typeface="맑은 고딕"/>
                <a:cs typeface="맑은 고딕"/>
              </a:defRPr>
            </a:lvl2pPr>
            <a:lvl3pPr algn="l">
              <a:defRPr sz="2700" b="1">
                <a:solidFill>
                  <a:srgbClr val="132B3B"/>
                </a:solidFill>
                <a:latin typeface="맑은 고딕"/>
                <a:ea typeface="맑은 고딕"/>
                <a:cs typeface="맑은 고딕"/>
              </a:defRPr>
            </a:lvl3pPr>
            <a:lvl4pPr algn="l">
              <a:defRPr sz="2700" b="1">
                <a:solidFill>
                  <a:srgbClr val="132B3B"/>
                </a:solidFill>
                <a:latin typeface="맑은 고딕"/>
                <a:ea typeface="맑은 고딕"/>
                <a:cs typeface="맑은 고딕"/>
              </a:defRPr>
            </a:lvl4pPr>
            <a:lvl5pPr algn="l">
              <a:defRPr sz="2700" b="1">
                <a:solidFill>
                  <a:srgbClr val="132B3B"/>
                </a:solidFill>
                <a:latin typeface="맑은 고딕"/>
                <a:ea typeface="맑은 고딕"/>
                <a:cs typeface="맑은 고딕"/>
              </a:defRPr>
            </a:lvl5pPr>
            <a:lvl6pPr algn="l">
              <a:defRPr sz="2700" b="1">
                <a:solidFill>
                  <a:srgbClr val="132B3B"/>
                </a:solidFill>
                <a:latin typeface="맑은 고딕"/>
                <a:ea typeface="맑은 고딕"/>
                <a:cs typeface="맑은 고딕"/>
              </a:defRPr>
            </a:lvl6pPr>
            <a:lvl7pPr algn="l">
              <a:defRPr sz="2700" b="1">
                <a:solidFill>
                  <a:srgbClr val="132B3B"/>
                </a:solidFill>
                <a:latin typeface="맑은 고딕"/>
                <a:ea typeface="맑은 고딕"/>
                <a:cs typeface="맑은 고딕"/>
              </a:defRPr>
            </a:lvl7pPr>
            <a:lvl8pPr algn="l">
              <a:defRPr sz="2700" b="1">
                <a:solidFill>
                  <a:srgbClr val="132B3B"/>
                </a:solidFill>
                <a:latin typeface="맑은 고딕"/>
                <a:ea typeface="맑은 고딕"/>
                <a:cs typeface="맑은 고딕"/>
              </a:defRPr>
            </a:lvl8pPr>
            <a:lvl9pPr algn="l">
              <a:defRPr sz="2700" b="1">
                <a:solidFill>
                  <a:srgbClr val="132B3B"/>
                </a:solidFill>
                <a:latin typeface="맑은 고딕"/>
                <a:ea typeface="맑은 고딕"/>
                <a:cs typeface="맑은 고딕"/>
              </a:defRPr>
            </a:lvl9pPr>
          </a:lstStyle>
          <a:p xmlns:a="http://schemas.openxmlformats.org/drawingml/2006/main">
            <a:pPr algn="l">
              <a:defRPr sz="2700" b="1">
                <a:solidFill>
                  <a:srgbClr val="132B3B"/>
                </a:solidFill>
                <a:latin typeface="맑은 고딕"/>
                <a:ea typeface="맑은 고딕"/>
                <a:cs typeface="맑은 고딕"/>
              </a:defRPr>
            </a:pPr>
            <a:r>
              <a:rPr sz="2700" b="1">
                <a:solidFill>
                  <a:srgbClr val="132B3B"/>
                </a:solidFill>
                <a:latin typeface="맑은 고딕"/>
                <a:ea typeface="맑은 고딕"/>
                <a:cs typeface="맑은 고딕"/>
              </a:rPr>
              <a:t>고유 경기</a:t>
            </a:r>
          </a:p>
        </p:txBody>
      </p:sp>
      <p:sp>
        <p:nvSpPr>
          <p:cNvPr id="6" name="">
            <a:extLst xmlns:a="http://schemas.openxmlformats.org/drawingml/2006/main">
              <a:ext uri="{FF2B5EF4-FFF2-40B4-BE49-F238E27FC236}">
                <a16:creationId xmlns:a16="http://schemas.microsoft.com/office/drawing/2014/main" id="{38BD05AD-26D7-4636-817C-69E26D237AA7}"/>
              </a:ext>
            </a:extLst>
          </p:cNvPr>
          <p:cNvSpPr>
            <a:spLocks xmlns:a="http://schemas.openxmlformats.org/drawingml/2006/main" noGrp="1"/>
          </p:cNvSpPr>
          <p:nvPr/>
        </p:nvSpPr>
        <p:spPr>
          <a:xfrm xmlns:a="http://schemas.openxmlformats.org/drawingml/2006/main">
            <a:off x="685800" y="2686050"/>
            <a:ext cx="1081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223743"/>
                </a:solidFill>
                <a:latin typeface="맑은 고딕"/>
                <a:ea typeface="맑은 고딕"/>
                <a:cs typeface="맑은 고딕"/>
              </a:defRPr>
            </a:defPPr>
            <a:lvl1pPr algn="l">
              <a:defRPr sz="2100" b="0">
                <a:solidFill>
                  <a:srgbClr val="223743"/>
                </a:solidFill>
                <a:latin typeface="맑은 고딕"/>
                <a:ea typeface="맑은 고딕"/>
                <a:cs typeface="맑은 고딕"/>
              </a:defRPr>
            </a:lvl1pPr>
            <a:lvl2pPr algn="l">
              <a:defRPr sz="2100" b="0">
                <a:solidFill>
                  <a:srgbClr val="223743"/>
                </a:solidFill>
                <a:latin typeface="맑은 고딕"/>
                <a:ea typeface="맑은 고딕"/>
                <a:cs typeface="맑은 고딕"/>
              </a:defRPr>
            </a:lvl2pPr>
            <a:lvl3pPr algn="l">
              <a:defRPr sz="2100" b="0">
                <a:solidFill>
                  <a:srgbClr val="223743"/>
                </a:solidFill>
                <a:latin typeface="맑은 고딕"/>
                <a:ea typeface="맑은 고딕"/>
                <a:cs typeface="맑은 고딕"/>
              </a:defRPr>
            </a:lvl3pPr>
            <a:lvl4pPr algn="l">
              <a:defRPr sz="2100" b="0">
                <a:solidFill>
                  <a:srgbClr val="223743"/>
                </a:solidFill>
                <a:latin typeface="맑은 고딕"/>
                <a:ea typeface="맑은 고딕"/>
                <a:cs typeface="맑은 고딕"/>
              </a:defRPr>
            </a:lvl4pPr>
            <a:lvl5pPr algn="l">
              <a:defRPr sz="2100" b="0">
                <a:solidFill>
                  <a:srgbClr val="223743"/>
                </a:solidFill>
                <a:latin typeface="맑은 고딕"/>
                <a:ea typeface="맑은 고딕"/>
                <a:cs typeface="맑은 고딕"/>
              </a:defRPr>
            </a:lvl5pPr>
            <a:lvl6pPr algn="l">
              <a:defRPr sz="2100" b="0">
                <a:solidFill>
                  <a:srgbClr val="223743"/>
                </a:solidFill>
                <a:latin typeface="맑은 고딕"/>
                <a:ea typeface="맑은 고딕"/>
                <a:cs typeface="맑은 고딕"/>
              </a:defRPr>
            </a:lvl6pPr>
            <a:lvl7pPr algn="l">
              <a:defRPr sz="2100" b="0">
                <a:solidFill>
                  <a:srgbClr val="223743"/>
                </a:solidFill>
                <a:latin typeface="맑은 고딕"/>
                <a:ea typeface="맑은 고딕"/>
                <a:cs typeface="맑은 고딕"/>
              </a:defRPr>
            </a:lvl7pPr>
            <a:lvl8pPr algn="l">
              <a:defRPr sz="2100" b="0">
                <a:solidFill>
                  <a:srgbClr val="223743"/>
                </a:solidFill>
                <a:latin typeface="맑은 고딕"/>
                <a:ea typeface="맑은 고딕"/>
                <a:cs typeface="맑은 고딕"/>
              </a:defRPr>
            </a:lvl8pPr>
            <a:lvl9pPr algn="l">
              <a:defRPr sz="2100" b="0">
                <a:solidFill>
                  <a:srgbClr val="223743"/>
                </a:solidFill>
                <a:latin typeface="맑은 고딕"/>
                <a:ea typeface="맑은 고딕"/>
                <a:cs typeface="맑은 고딕"/>
              </a:defRPr>
            </a:lvl9pPr>
          </a:lstStyle>
          <a:p xmlns:a="http://schemas.openxmlformats.org/drawingml/2006/main">
            <a:pPr algn="l">
              <a:defRPr sz="2100" b="0">
                <a:solidFill>
                  <a:srgbClr val="223743"/>
                </a:solidFill>
                <a:latin typeface="맑은 고딕"/>
                <a:ea typeface="맑은 고딕"/>
                <a:cs typeface="맑은 고딕"/>
              </a:defRPr>
            </a:pPr>
            <a:r>
              <a:rPr sz="2100" b="0">
                <a:solidFill>
                  <a:srgbClr val="223743"/>
                </a:solidFill>
                <a:latin typeface="맑은 고딕"/>
                <a:ea typeface="맑은 고딕"/>
                <a:cs typeface="맑은 고딕"/>
              </a:rPr>
              <a:t>KR 랭크 솔로/듀오 · 패치 16.20 / 16.21</a:t>
            </a:r>
          </a:p>
          <a:p xmlns:a="http://schemas.openxmlformats.org/drawingml/2006/main">
            <a:pPr algn="l">
              <a:defRPr sz="2100" b="0">
                <a:solidFill>
                  <a:srgbClr val="223743"/>
                </a:solidFill>
                <a:latin typeface="맑은 고딕"/>
                <a:ea typeface="맑은 고딕"/>
                <a:cs typeface="맑은 고딕"/>
              </a:defRPr>
            </a:pPr>
            <a:r>
              <a:rPr sz="2100" b="0">
                <a:solidFill>
                  <a:srgbClr val="223743"/>
                </a:solidFill>
                <a:latin typeface="맑은 고딕"/>
                <a:ea typeface="맑은 고딕"/>
                <a:cs typeface="맑은 고딕"/>
              </a:rPr>
              <a:t>경기 시작 기간 2026.10.20–10.28</a:t>
            </a:r>
          </a:p>
        </p:txBody>
      </p:sp>
      <p:graphicFrame>
        <p:nvGraphicFramePr>
          <p:cNvPr id="7" name="">
            <a:extLst xmlns:a="http://schemas.openxmlformats.org/drawingml/2006/main">
              <a:ext uri="{FF2B5EF4-FFF2-40B4-BE49-F238E27FC236}">
                <a16:creationId xmlns:a16="http://schemas.microsoft.com/office/drawing/2014/main" id="{0F7E5D83-C2F8-45F9-B30E-DC888BE19504}"/>
              </a:ext>
            </a:extLst>
          </p:cNvPr>
          <p:cNvGraphicFramePr/>
          <p:nvPr/>
        </p:nvGraphicFramePr>
        <p:xfrm>
          <a:off xmlns:a="http://schemas.openxmlformats.org/drawingml/2006/main" x="685800" y="3857625"/>
          <a:ext xmlns:a="http://schemas.openxmlformats.org/drawingml/2006/main" cx="10820400" cy="1714500"/>
        </p:xfrm>
        <a:graphic xmlns:a="http://schemas.openxmlformats.org/drawingml/2006/main">
          <a:graphicData uri="http://schemas.openxmlformats.org/drawingml/2006/table">
            <a:tbl>
              <a:tblPr/>
              <a:tblGrid>
                <a:gridCol w="3143250"/>
                <a:gridCol w="2190750"/>
                <a:gridCol w="2743200"/>
                <a:gridCol w="2743200"/>
              </a:tblGrid>
              <a:tr h="571500">
                <a:tc>
                  <a:txBody>
                    <a:bodyPr lIns="95250" tIns="95250" rIns="95250" bIns="95250"/>
                    <a:lstStyle/>
                    <a:p>
                      <a:pPr algn="l"/>
                      <a:r>
                        <a:rPr sz="1950" b="1">
                          <a:solidFill>
                            <a:srgbClr val="FFFFFF"/>
                          </a:solidFill>
                          <a:latin typeface="맑은 고딕"/>
                          <a:ea typeface="맑은 고딕"/>
                          <a:cs typeface="맑은 고딕"/>
                        </a:rPr>
                        <a:t>분할</a:t>
                      </a:r>
                    </a:p>
                  </a:txBody>
                  <a:tcPr marL="91440" marR="91440" marT="45720" marB="45720" anchor="ctr">
                    <a:lnL w="9525">
                      <a:solidFill>
                        <a:srgbClr val="DCE4E5"/>
                      </a:solidFill>
                      <a:prstDash val="solid"/>
                    </a:lnL>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c>
                  <a:txBody>
                    <a:bodyPr lIns="95250" tIns="95250" rIns="95250" bIns="95250"/>
                    <a:lstStyle/>
                    <a:p>
                      <a:pPr algn="ctr"/>
                      <a:r>
                        <a:rPr sz="1950" b="1">
                          <a:solidFill>
                            <a:srgbClr val="FFFFFF"/>
                          </a:solidFill>
                          <a:latin typeface="맑은 고딕"/>
                          <a:ea typeface="맑은 고딕"/>
                          <a:cs typeface="맑은 고딕"/>
                        </a:rPr>
                        <a:t>경기 수</a:t>
                      </a:r>
                    </a:p>
                  </a:txBody>
                  <a:tcPr marL="91440" marR="91440" marT="45720" marB="45720" anchor="ctr">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c>
                  <a:txBody>
                    <a:bodyPr lIns="95250" tIns="95250" rIns="95250" bIns="95250"/>
                    <a:lstStyle/>
                    <a:p>
                      <a:pPr algn="ctr"/>
                      <a:r>
                        <a:rPr sz="1950" b="1">
                          <a:solidFill>
                            <a:srgbClr val="FFFFFF"/>
                          </a:solidFill>
                          <a:latin typeface="맑은 고딕"/>
                          <a:ea typeface="맑은 고딕"/>
                          <a:cs typeface="맑은 고딕"/>
                        </a:rPr>
                        <a:t>파란 팀 승리</a:t>
                      </a:r>
                    </a:p>
                  </a:txBody>
                  <a:tcPr marL="91440" marR="91440" marT="45720" marB="45720" anchor="ctr">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c>
                  <a:txBody>
                    <a:bodyPr lIns="95250" tIns="95250" rIns="95250" bIns="95250"/>
                    <a:lstStyle/>
                    <a:p>
                      <a:pPr algn="ctr"/>
                      <a:r>
                        <a:rPr sz="1950" b="1">
                          <a:solidFill>
                            <a:srgbClr val="FFFFFF"/>
                          </a:solidFill>
                          <a:latin typeface="맑은 고딕"/>
                          <a:ea typeface="맑은 고딕"/>
                          <a:cs typeface="맑은 고딕"/>
                        </a:rPr>
                        <a:t>빨간 팀 승리</a:t>
                      </a:r>
                    </a:p>
                  </a:txBody>
                  <a:tcPr marL="91440" marR="91440" marT="45720" marB="45720" anchor="ctr">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r>
              <a:tr h="571500">
                <a:tc>
                  <a:txBody>
                    <a:bodyPr lIns="95250" tIns="95250" rIns="95250" bIns="95250"/>
                    <a:lstStyle/>
                    <a:p>
                      <a:pPr algn="l"/>
                      <a:r>
                        <a:rPr sz="1950" b="0">
                          <a:solidFill>
                            <a:srgbClr val="223743"/>
                          </a:solidFill>
                          <a:latin typeface="맑은 고딕"/>
                          <a:ea typeface="맑은 고딕"/>
                          <a:cs typeface="맑은 고딕"/>
                        </a:rPr>
                        <a:t>학습</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950" b="0">
                          <a:solidFill>
                            <a:srgbClr val="223743"/>
                          </a:solidFill>
                          <a:latin typeface="맑은 고딕"/>
                          <a:ea typeface="맑은 고딕"/>
                          <a:cs typeface="맑은 고딕"/>
                        </a:rPr>
                        <a:t>83</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950" b="0">
                          <a:solidFill>
                            <a:srgbClr val="223743"/>
                          </a:solidFill>
                          <a:latin typeface="맑은 고딕"/>
                          <a:ea typeface="맑은 고딕"/>
                          <a:cs typeface="맑은 고딕"/>
                        </a:rPr>
                        <a:t>48</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950" b="0">
                          <a:solidFill>
                            <a:srgbClr val="223743"/>
                          </a:solidFill>
                          <a:latin typeface="맑은 고딕"/>
                          <a:ea typeface="맑은 고딕"/>
                          <a:cs typeface="맑은 고딕"/>
                        </a:rPr>
                        <a:t>35</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r h="571500">
                <a:tc>
                  <a:txBody>
                    <a:bodyPr lIns="95250" tIns="95250" rIns="95250" bIns="95250"/>
                    <a:lstStyle/>
                    <a:p>
                      <a:pPr algn="l"/>
                      <a:r>
                        <a:rPr sz="1950" b="0">
                          <a:solidFill>
                            <a:srgbClr val="223743"/>
                          </a:solidFill>
                          <a:latin typeface="맑은 고딕"/>
                          <a:ea typeface="맑은 고딕"/>
                          <a:cs typeface="맑은 고딕"/>
                        </a:rPr>
                        <a:t>평가</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950" b="0">
                          <a:solidFill>
                            <a:srgbClr val="223743"/>
                          </a:solidFill>
                          <a:latin typeface="맑은 고딕"/>
                          <a:ea typeface="맑은 고딕"/>
                          <a:cs typeface="맑은 고딕"/>
                        </a:rPr>
                        <a:t>21</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950" b="0">
                          <a:solidFill>
                            <a:srgbClr val="223743"/>
                          </a:solidFill>
                          <a:latin typeface="맑은 고딕"/>
                          <a:ea typeface="맑은 고딕"/>
                          <a:cs typeface="맑은 고딕"/>
                        </a:rPr>
                        <a:t>10</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950" b="0">
                          <a:solidFill>
                            <a:srgbClr val="223743"/>
                          </a:solidFill>
                          <a:latin typeface="맑은 고딕"/>
                          <a:ea typeface="맑은 고딕"/>
                          <a:cs typeface="맑은 고딕"/>
                        </a:rPr>
                        <a:t>11</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A2882F0-7B48-4DFD-AF63-A7EC74FC7975}"/>
              </a:ext>
            </a:extLst>
          </p:cNvPr>
          <p:cNvSpPr>
            <a:spLocks xmlns:a="http://schemas.openxmlformats.org/drawingml/2006/main" noGrp="1"/>
          </p:cNvSpPr>
          <p:nvPr/>
        </p:nvSpPr>
        <p:spPr>
          <a:xfrm xmlns:a="http://schemas.openxmlformats.org/drawingml/2006/main">
            <a:off x="685800" y="5857875"/>
            <a:ext cx="1081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C6D75"/>
                </a:solidFill>
                <a:latin typeface="맑은 고딕"/>
                <a:ea typeface="맑은 고딕"/>
                <a:cs typeface="맑은 고딕"/>
              </a:defRPr>
            </a:defPPr>
            <a:lvl1pPr algn="l">
              <a:defRPr sz="1800" b="0">
                <a:solidFill>
                  <a:srgbClr val="5C6D75"/>
                </a:solidFill>
                <a:latin typeface="맑은 고딕"/>
                <a:ea typeface="맑은 고딕"/>
                <a:cs typeface="맑은 고딕"/>
              </a:defRPr>
            </a:lvl1pPr>
            <a:lvl2pPr algn="l">
              <a:defRPr sz="1800" b="0">
                <a:solidFill>
                  <a:srgbClr val="5C6D75"/>
                </a:solidFill>
                <a:latin typeface="맑은 고딕"/>
                <a:ea typeface="맑은 고딕"/>
                <a:cs typeface="맑은 고딕"/>
              </a:defRPr>
            </a:lvl2pPr>
            <a:lvl3pPr algn="l">
              <a:defRPr sz="1800" b="0">
                <a:solidFill>
                  <a:srgbClr val="5C6D75"/>
                </a:solidFill>
                <a:latin typeface="맑은 고딕"/>
                <a:ea typeface="맑은 고딕"/>
                <a:cs typeface="맑은 고딕"/>
              </a:defRPr>
            </a:lvl3pPr>
            <a:lvl4pPr algn="l">
              <a:defRPr sz="1800" b="0">
                <a:solidFill>
                  <a:srgbClr val="5C6D75"/>
                </a:solidFill>
                <a:latin typeface="맑은 고딕"/>
                <a:ea typeface="맑은 고딕"/>
                <a:cs typeface="맑은 고딕"/>
              </a:defRPr>
            </a:lvl4pPr>
            <a:lvl5pPr algn="l">
              <a:defRPr sz="1800" b="0">
                <a:solidFill>
                  <a:srgbClr val="5C6D75"/>
                </a:solidFill>
                <a:latin typeface="맑은 고딕"/>
                <a:ea typeface="맑은 고딕"/>
                <a:cs typeface="맑은 고딕"/>
              </a:defRPr>
            </a:lvl5pPr>
            <a:lvl6pPr algn="l">
              <a:defRPr sz="1800" b="0">
                <a:solidFill>
                  <a:srgbClr val="5C6D75"/>
                </a:solidFill>
                <a:latin typeface="맑은 고딕"/>
                <a:ea typeface="맑은 고딕"/>
                <a:cs typeface="맑은 고딕"/>
              </a:defRPr>
            </a:lvl6pPr>
            <a:lvl7pPr algn="l">
              <a:defRPr sz="1800" b="0">
                <a:solidFill>
                  <a:srgbClr val="5C6D75"/>
                </a:solidFill>
                <a:latin typeface="맑은 고딕"/>
                <a:ea typeface="맑은 고딕"/>
                <a:cs typeface="맑은 고딕"/>
              </a:defRPr>
            </a:lvl7pPr>
            <a:lvl8pPr algn="l">
              <a:defRPr sz="1800" b="0">
                <a:solidFill>
                  <a:srgbClr val="5C6D75"/>
                </a:solidFill>
                <a:latin typeface="맑은 고딕"/>
                <a:ea typeface="맑은 고딕"/>
                <a:cs typeface="맑은 고딕"/>
              </a:defRPr>
            </a:lvl8pPr>
            <a:lvl9pPr algn="l">
              <a:defRPr sz="1800" b="0">
                <a:solidFill>
                  <a:srgbClr val="5C6D75"/>
                </a:solidFill>
                <a:latin typeface="맑은 고딕"/>
                <a:ea typeface="맑은 고딕"/>
                <a:cs typeface="맑은 고딕"/>
              </a:defRPr>
            </a:lvl9pPr>
          </a:lstStyle>
          <a:p xmlns:a="http://schemas.openxmlformats.org/drawingml/2006/main">
            <a:pPr algn="l">
              <a:defRPr sz="1800" b="0">
                <a:solidFill>
                  <a:srgbClr val="5C6D75"/>
                </a:solidFill>
                <a:latin typeface="맑은 고딕"/>
                <a:ea typeface="맑은 고딕"/>
                <a:cs typeface="맑은 고딕"/>
              </a:defRPr>
            </a:pPr>
            <a:r>
              <a:rPr sz="1800" b="0">
                <a:solidFill>
                  <a:srgbClr val="5C6D75"/>
                </a:solidFill>
                <a:latin typeface="맑은 고딕"/>
                <a:ea typeface="맑은 고딕"/>
                <a:cs typeface="맑은 고딕"/>
              </a:rPr>
              <a:t>경기 ID는 분할 사이에 겹치지 않는다. 참가자가 연결된 편의표본이다</a:t>
            </a:r>
          </a:p>
        </p:txBody>
      </p:sp>
    </p:spTree>
    <p:extLst>
      <p:ext uri="{BB962C8B-B14F-4D97-AF65-F5344CB8AC3E}">
        <p14:creationId xmlns:p14="http://schemas.microsoft.com/office/powerpoint/2010/main" val="1109080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85F848F-D04F-4643-AC27-8095E38BA005}"/>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초반 입력과 정보 시점</a:t>
            </a:r>
          </a:p>
        </p:txBody>
      </p:sp>
      <p:sp>
        <p:nvSpPr>
          <p:cNvPr id="3" name="">
            <a:extLst xmlns:a="http://schemas.openxmlformats.org/drawingml/2006/main">
              <a:ext uri="{FF2B5EF4-FFF2-40B4-BE49-F238E27FC236}">
                <a16:creationId xmlns:a16="http://schemas.microsoft.com/office/drawing/2014/main" id="{2D431352-8060-44FB-9FD5-19BFF6FF19AA}"/>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05</a:t>
            </a:r>
          </a:p>
        </p:txBody>
      </p:sp>
      <p:graphicFrame>
        <p:nvGraphicFramePr>
          <p:cNvPr id="4" name="">
            <a:extLst xmlns:a="http://schemas.openxmlformats.org/drawingml/2006/main">
              <a:ext uri="{FF2B5EF4-FFF2-40B4-BE49-F238E27FC236}">
                <a16:creationId xmlns:a16="http://schemas.microsoft.com/office/drawing/2014/main" id="{8B549CD2-A7E5-424C-B1F3-880ED74E58AC}"/>
              </a:ext>
            </a:extLst>
          </p:cNvPr>
          <p:cNvGraphicFramePr/>
          <p:nvPr/>
        </p:nvGraphicFramePr>
        <p:xfrm>
          <a:off xmlns:a="http://schemas.openxmlformats.org/drawingml/2006/main" x="666750" y="1762125"/>
          <a:ext xmlns:a="http://schemas.openxmlformats.org/drawingml/2006/main" cx="7096125" cy="2857500"/>
        </p:xfrm>
        <a:graphic xmlns:a="http://schemas.openxmlformats.org/drawingml/2006/main">
          <a:graphicData uri="http://schemas.openxmlformats.org/drawingml/2006/table">
            <a:tbl>
              <a:tblPr/>
              <a:tblGrid>
                <a:gridCol w="2381250"/>
                <a:gridCol w="4714875"/>
              </a:tblGrid>
              <a:tr h="714375">
                <a:tc>
                  <a:txBody>
                    <a:bodyPr lIns="95250" tIns="95250" rIns="95250" bIns="95250"/>
                    <a:lstStyle/>
                    <a:p>
                      <a:pPr algn="l"/>
                      <a:r>
                        <a:rPr sz="1950" b="1">
                          <a:solidFill>
                            <a:srgbClr val="FFFFFF"/>
                          </a:solidFill>
                          <a:latin typeface="맑은 고딕"/>
                          <a:ea typeface="맑은 고딕"/>
                          <a:cs typeface="맑은 고딕"/>
                        </a:rPr>
                        <a:t>입력</a:t>
                      </a:r>
                    </a:p>
                  </a:txBody>
                  <a:tcPr marL="91440" marR="91440" marT="45720" marB="45720" anchor="ctr">
                    <a:lnL w="9525">
                      <a:solidFill>
                        <a:srgbClr val="DCE4E5"/>
                      </a:solidFill>
                      <a:prstDash val="solid"/>
                    </a:lnL>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c>
                  <a:txBody>
                    <a:bodyPr lIns="95250" tIns="95250" rIns="95250" bIns="95250"/>
                    <a:lstStyle/>
                    <a:p>
                      <a:pPr algn="ctr"/>
                      <a:r>
                        <a:rPr sz="1950" b="1">
                          <a:solidFill>
                            <a:srgbClr val="FFFFFF"/>
                          </a:solidFill>
                          <a:latin typeface="맑은 고딕"/>
                          <a:ea typeface="맑은 고딕"/>
                          <a:cs typeface="맑은 고딕"/>
                        </a:rPr>
                        <a:t>계산 기준</a:t>
                      </a:r>
                    </a:p>
                  </a:txBody>
                  <a:tcPr marL="91440" marR="91440" marT="45720" marB="45720" anchor="ctr">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r>
              <a:tr h="714375">
                <a:tc>
                  <a:txBody>
                    <a:bodyPr lIns="95250" tIns="95250" rIns="95250" bIns="95250"/>
                    <a:lstStyle/>
                    <a:p>
                      <a:pPr algn="l"/>
                      <a:r>
                        <a:rPr sz="1950" b="0">
                          <a:solidFill>
                            <a:srgbClr val="223743"/>
                          </a:solidFill>
                          <a:latin typeface="맑은 고딕"/>
                          <a:ea typeface="맑은 고딕"/>
                          <a:cs typeface="맑은 고딕"/>
                        </a:rPr>
                        <a:t>골드 · 경험치</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950" b="0">
                          <a:solidFill>
                            <a:srgbClr val="223743"/>
                          </a:solidFill>
                          <a:latin typeface="맑은 고딕"/>
                          <a:ea typeface="맑은 고딕"/>
                          <a:cs typeface="맑은 고딕"/>
                        </a:rPr>
                        <a:t>파란 팀 합계 − 빨간 팀 합계</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r h="714375">
                <a:tc>
                  <a:txBody>
                    <a:bodyPr lIns="95250" tIns="95250" rIns="95250" bIns="95250"/>
                    <a:lstStyle/>
                    <a:p>
                      <a:pPr algn="l"/>
                      <a:r>
                        <a:rPr sz="1950" b="0">
                          <a:solidFill>
                            <a:srgbClr val="223743"/>
                          </a:solidFill>
                          <a:latin typeface="맑은 고딕"/>
                          <a:ea typeface="맑은 고딕"/>
                          <a:cs typeface="맑은 고딕"/>
                        </a:rPr>
                        <a:t>CS · 킬</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950" b="0">
                          <a:solidFill>
                            <a:srgbClr val="223743"/>
                          </a:solidFill>
                          <a:latin typeface="맑은 고딕"/>
                          <a:ea typeface="맑은 고딕"/>
                          <a:cs typeface="맑은 고딕"/>
                        </a:rPr>
                        <a:t>같은 방향의 팀 차이</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r h="714375">
                <a:tc>
                  <a:txBody>
                    <a:bodyPr lIns="95250" tIns="95250" rIns="95250" bIns="95250"/>
                    <a:lstStyle/>
                    <a:p>
                      <a:pPr algn="l"/>
                      <a:r>
                        <a:rPr sz="1950" b="0">
                          <a:solidFill>
                            <a:srgbClr val="223743"/>
                          </a:solidFill>
                          <a:latin typeface="맑은 고딕"/>
                          <a:ea typeface="맑은 고딕"/>
                          <a:cs typeface="맑은 고딕"/>
                        </a:rPr>
                        <a:t>포탑 · 드래곤</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950" b="0">
                          <a:solidFill>
                            <a:srgbClr val="223743"/>
                          </a:solidFill>
                          <a:latin typeface="맑은 고딕"/>
                          <a:ea typeface="맑은 고딕"/>
                          <a:cs typeface="맑은 고딕"/>
                        </a:rPr>
                        <a:t>선택한 시각까지의 이벤트 차이</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4424632-28F6-4329-9C26-91CB38829BE0}"/>
              </a:ext>
            </a:extLst>
          </p:cNvPr>
          <p:cNvSpPr>
            <a:spLocks xmlns:a="http://schemas.openxmlformats.org/drawingml/2006/main" noGrp="1"/>
          </p:cNvSpPr>
          <p:nvPr/>
        </p:nvSpPr>
        <p:spPr>
          <a:xfrm xmlns:a="http://schemas.openxmlformats.org/drawingml/2006/main">
            <a:off x="8239125" y="18859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650" b="1">
                <a:solidFill>
                  <a:srgbClr val="117A72"/>
                </a:solidFill>
                <a:latin typeface="맑은 고딕"/>
                <a:ea typeface="맑은 고딕"/>
                <a:cs typeface="맑은 고딕"/>
              </a:defRPr>
            </a:defPPr>
            <a:lvl1pPr algn="l">
              <a:defRPr sz="4650" b="1">
                <a:solidFill>
                  <a:srgbClr val="117A72"/>
                </a:solidFill>
                <a:latin typeface="맑은 고딕"/>
                <a:ea typeface="맑은 고딕"/>
                <a:cs typeface="맑은 고딕"/>
              </a:defRPr>
            </a:lvl1pPr>
            <a:lvl2pPr algn="l">
              <a:defRPr sz="4650" b="1">
                <a:solidFill>
                  <a:srgbClr val="117A72"/>
                </a:solidFill>
                <a:latin typeface="맑은 고딕"/>
                <a:ea typeface="맑은 고딕"/>
                <a:cs typeface="맑은 고딕"/>
              </a:defRPr>
            </a:lvl2pPr>
            <a:lvl3pPr algn="l">
              <a:defRPr sz="4650" b="1">
                <a:solidFill>
                  <a:srgbClr val="117A72"/>
                </a:solidFill>
                <a:latin typeface="맑은 고딕"/>
                <a:ea typeface="맑은 고딕"/>
                <a:cs typeface="맑은 고딕"/>
              </a:defRPr>
            </a:lvl3pPr>
            <a:lvl4pPr algn="l">
              <a:defRPr sz="4650" b="1">
                <a:solidFill>
                  <a:srgbClr val="117A72"/>
                </a:solidFill>
                <a:latin typeface="맑은 고딕"/>
                <a:ea typeface="맑은 고딕"/>
                <a:cs typeface="맑은 고딕"/>
              </a:defRPr>
            </a:lvl4pPr>
            <a:lvl5pPr algn="l">
              <a:defRPr sz="4650" b="1">
                <a:solidFill>
                  <a:srgbClr val="117A72"/>
                </a:solidFill>
                <a:latin typeface="맑은 고딕"/>
                <a:ea typeface="맑은 고딕"/>
                <a:cs typeface="맑은 고딕"/>
              </a:defRPr>
            </a:lvl5pPr>
            <a:lvl6pPr algn="l">
              <a:defRPr sz="4650" b="1">
                <a:solidFill>
                  <a:srgbClr val="117A72"/>
                </a:solidFill>
                <a:latin typeface="맑은 고딕"/>
                <a:ea typeface="맑은 고딕"/>
                <a:cs typeface="맑은 고딕"/>
              </a:defRPr>
            </a:lvl6pPr>
            <a:lvl7pPr algn="l">
              <a:defRPr sz="4650" b="1">
                <a:solidFill>
                  <a:srgbClr val="117A72"/>
                </a:solidFill>
                <a:latin typeface="맑은 고딕"/>
                <a:ea typeface="맑은 고딕"/>
                <a:cs typeface="맑은 고딕"/>
              </a:defRPr>
            </a:lvl7pPr>
            <a:lvl8pPr algn="l">
              <a:defRPr sz="4650" b="1">
                <a:solidFill>
                  <a:srgbClr val="117A72"/>
                </a:solidFill>
                <a:latin typeface="맑은 고딕"/>
                <a:ea typeface="맑은 고딕"/>
                <a:cs typeface="맑은 고딕"/>
              </a:defRPr>
            </a:lvl8pPr>
            <a:lvl9pPr algn="l">
              <a:defRPr sz="4650" b="1">
                <a:solidFill>
                  <a:srgbClr val="117A72"/>
                </a:solidFill>
                <a:latin typeface="맑은 고딕"/>
                <a:ea typeface="맑은 고딕"/>
                <a:cs typeface="맑은 고딕"/>
              </a:defRPr>
            </a:lvl9pPr>
          </a:lstStyle>
          <a:p xmlns:a="http://schemas.openxmlformats.org/drawingml/2006/main">
            <a:pPr algn="l">
              <a:defRPr sz="4650" b="1">
                <a:solidFill>
                  <a:srgbClr val="117A72"/>
                </a:solidFill>
                <a:latin typeface="맑은 고딕"/>
                <a:ea typeface="맑은 고딕"/>
                <a:cs typeface="맑은 고딕"/>
              </a:defRPr>
            </a:pPr>
            <a:r>
              <a:rPr sz="4650" b="1">
                <a:solidFill>
                  <a:srgbClr val="117A72"/>
                </a:solidFill>
                <a:latin typeface="맑은 고딕"/>
                <a:ea typeface="맑은 고딕"/>
                <a:cs typeface="맑은 고딕"/>
              </a:rPr>
              <a:t>약 9분</a:t>
            </a:r>
          </a:p>
        </p:txBody>
      </p:sp>
      <p:sp>
        <p:nvSpPr>
          <p:cNvPr id="6" name="">
            <a:extLst xmlns:a="http://schemas.openxmlformats.org/drawingml/2006/main">
              <a:ext uri="{FF2B5EF4-FFF2-40B4-BE49-F238E27FC236}">
                <a16:creationId xmlns:a16="http://schemas.microsoft.com/office/drawing/2014/main" id="{6F2C4AB6-DF0F-4A12-AED1-D62530159C86}"/>
              </a:ext>
            </a:extLst>
          </p:cNvPr>
          <p:cNvSpPr>
            <a:spLocks xmlns:a="http://schemas.openxmlformats.org/drawingml/2006/main" noGrp="1"/>
          </p:cNvSpPr>
          <p:nvPr/>
        </p:nvSpPr>
        <p:spPr>
          <a:xfrm xmlns:a="http://schemas.openxmlformats.org/drawingml/2006/main">
            <a:off x="8210550" y="319087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223743"/>
                </a:solidFill>
                <a:latin typeface="맑은 고딕"/>
                <a:ea typeface="맑은 고딕"/>
                <a:cs typeface="맑은 고딕"/>
              </a:defRPr>
            </a:defPPr>
            <a:lvl1pPr algn="l">
              <a:defRPr sz="2025" b="0">
                <a:solidFill>
                  <a:srgbClr val="223743"/>
                </a:solidFill>
                <a:latin typeface="맑은 고딕"/>
                <a:ea typeface="맑은 고딕"/>
                <a:cs typeface="맑은 고딕"/>
              </a:defRPr>
            </a:lvl1pPr>
            <a:lvl2pPr algn="l">
              <a:defRPr sz="2025" b="0">
                <a:solidFill>
                  <a:srgbClr val="223743"/>
                </a:solidFill>
                <a:latin typeface="맑은 고딕"/>
                <a:ea typeface="맑은 고딕"/>
                <a:cs typeface="맑은 고딕"/>
              </a:defRPr>
            </a:lvl2pPr>
            <a:lvl3pPr algn="l">
              <a:defRPr sz="2025" b="0">
                <a:solidFill>
                  <a:srgbClr val="223743"/>
                </a:solidFill>
                <a:latin typeface="맑은 고딕"/>
                <a:ea typeface="맑은 고딕"/>
                <a:cs typeface="맑은 고딕"/>
              </a:defRPr>
            </a:lvl3pPr>
            <a:lvl4pPr algn="l">
              <a:defRPr sz="2025" b="0">
                <a:solidFill>
                  <a:srgbClr val="223743"/>
                </a:solidFill>
                <a:latin typeface="맑은 고딕"/>
                <a:ea typeface="맑은 고딕"/>
                <a:cs typeface="맑은 고딕"/>
              </a:defRPr>
            </a:lvl4pPr>
            <a:lvl5pPr algn="l">
              <a:defRPr sz="2025" b="0">
                <a:solidFill>
                  <a:srgbClr val="223743"/>
                </a:solidFill>
                <a:latin typeface="맑은 고딕"/>
                <a:ea typeface="맑은 고딕"/>
                <a:cs typeface="맑은 고딕"/>
              </a:defRPr>
            </a:lvl5pPr>
            <a:lvl6pPr algn="l">
              <a:defRPr sz="2025" b="0">
                <a:solidFill>
                  <a:srgbClr val="223743"/>
                </a:solidFill>
                <a:latin typeface="맑은 고딕"/>
                <a:ea typeface="맑은 고딕"/>
                <a:cs typeface="맑은 고딕"/>
              </a:defRPr>
            </a:lvl6pPr>
            <a:lvl7pPr algn="l">
              <a:defRPr sz="2025" b="0">
                <a:solidFill>
                  <a:srgbClr val="223743"/>
                </a:solidFill>
                <a:latin typeface="맑은 고딕"/>
                <a:ea typeface="맑은 고딕"/>
                <a:cs typeface="맑은 고딕"/>
              </a:defRPr>
            </a:lvl7pPr>
            <a:lvl8pPr algn="l">
              <a:defRPr sz="2025" b="0">
                <a:solidFill>
                  <a:srgbClr val="223743"/>
                </a:solidFill>
                <a:latin typeface="맑은 고딕"/>
                <a:ea typeface="맑은 고딕"/>
                <a:cs typeface="맑은 고딕"/>
              </a:defRPr>
            </a:lvl8pPr>
            <a:lvl9pPr algn="l">
              <a:defRPr sz="2025" b="0">
                <a:solidFill>
                  <a:srgbClr val="223743"/>
                </a:solidFill>
                <a:latin typeface="맑은 고딕"/>
                <a:ea typeface="맑은 고딕"/>
                <a:cs typeface="맑은 고딕"/>
              </a:defRPr>
            </a:lvl9pPr>
          </a:lstStyle>
          <a:p xmlns:a="http://schemas.openxmlformats.org/drawingml/2006/main">
            <a:pPr algn="l">
              <a:defRPr sz="2025" b="0">
                <a:solidFill>
                  <a:srgbClr val="223743"/>
                </a:solidFill>
                <a:latin typeface="맑은 고딕"/>
                <a:ea typeface="맑은 고딕"/>
                <a:cs typeface="맑은 고딕"/>
              </a:defRPr>
            </a:pPr>
            <a:r>
              <a:rPr sz="2025" b="0">
                <a:solidFill>
                  <a:srgbClr val="223743"/>
                </a:solidFill>
                <a:latin typeface="맑은 고딕"/>
                <a:ea typeface="맑은 고딕"/>
                <a:cs typeface="맑은 고딕"/>
              </a:rPr>
              <a:t>실제 선택 프레임</a:t>
            </a:r>
          </a:p>
          <a:p xmlns:a="http://schemas.openxmlformats.org/drawingml/2006/main">
            <a:pPr algn="l">
              <a:defRPr sz="2025" b="0">
                <a:solidFill>
                  <a:srgbClr val="223743"/>
                </a:solidFill>
                <a:latin typeface="맑은 고딕"/>
                <a:ea typeface="맑은 고딕"/>
                <a:cs typeface="맑은 고딕"/>
              </a:defRPr>
            </a:pPr>
            <a:r>
              <a:rPr sz="2025" b="0">
                <a:solidFill>
                  <a:srgbClr val="223743"/>
                </a:solidFill>
                <a:latin typeface="맑은 고딕"/>
                <a:ea typeface="맑은 고딕"/>
                <a:cs typeface="맑은 고딕"/>
              </a:rPr>
              <a:t>540.088–540.308초</a:t>
            </a:r>
          </a:p>
        </p:txBody>
      </p:sp>
      <p:sp>
        <p:nvSpPr>
          <p:cNvPr id="7" name="">
            <a:extLst xmlns:a="http://schemas.openxmlformats.org/drawingml/2006/main">
              <a:ext uri="{FF2B5EF4-FFF2-40B4-BE49-F238E27FC236}">
                <a16:creationId xmlns:a16="http://schemas.microsoft.com/office/drawing/2014/main" id="{52D8E3C2-7553-4DFC-8397-9D9C04E4E29A}"/>
              </a:ext>
            </a:extLst>
          </p:cNvPr>
          <p:cNvSpPr>
            <a:spLocks xmlns:a="http://schemas.openxmlformats.org/drawingml/2006/main" noGrp="1"/>
          </p:cNvSpPr>
          <p:nvPr/>
        </p:nvSpPr>
        <p:spPr>
          <a:xfrm xmlns:a="http://schemas.openxmlformats.org/drawingml/2006/main">
            <a:off x="8210550" y="4572000"/>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223743"/>
                </a:solidFill>
                <a:latin typeface="맑은 고딕"/>
                <a:ea typeface="맑은 고딕"/>
                <a:cs typeface="맑은 고딕"/>
              </a:defRPr>
            </a:defPPr>
            <a:lvl1pPr algn="l">
              <a:defRPr sz="1950" b="0">
                <a:solidFill>
                  <a:srgbClr val="223743"/>
                </a:solidFill>
                <a:latin typeface="맑은 고딕"/>
                <a:ea typeface="맑은 고딕"/>
                <a:cs typeface="맑은 고딕"/>
              </a:defRPr>
            </a:lvl1pPr>
            <a:lvl2pPr algn="l">
              <a:defRPr sz="1950" b="0">
                <a:solidFill>
                  <a:srgbClr val="223743"/>
                </a:solidFill>
                <a:latin typeface="맑은 고딕"/>
                <a:ea typeface="맑은 고딕"/>
                <a:cs typeface="맑은 고딕"/>
              </a:defRPr>
            </a:lvl2pPr>
            <a:lvl3pPr algn="l">
              <a:defRPr sz="1950" b="0">
                <a:solidFill>
                  <a:srgbClr val="223743"/>
                </a:solidFill>
                <a:latin typeface="맑은 고딕"/>
                <a:ea typeface="맑은 고딕"/>
                <a:cs typeface="맑은 고딕"/>
              </a:defRPr>
            </a:lvl3pPr>
            <a:lvl4pPr algn="l">
              <a:defRPr sz="1950" b="0">
                <a:solidFill>
                  <a:srgbClr val="223743"/>
                </a:solidFill>
                <a:latin typeface="맑은 고딕"/>
                <a:ea typeface="맑은 고딕"/>
                <a:cs typeface="맑은 고딕"/>
              </a:defRPr>
            </a:lvl4pPr>
            <a:lvl5pPr algn="l">
              <a:defRPr sz="1950" b="0">
                <a:solidFill>
                  <a:srgbClr val="223743"/>
                </a:solidFill>
                <a:latin typeface="맑은 고딕"/>
                <a:ea typeface="맑은 고딕"/>
                <a:cs typeface="맑은 고딕"/>
              </a:defRPr>
            </a:lvl5pPr>
            <a:lvl6pPr algn="l">
              <a:defRPr sz="1950" b="0">
                <a:solidFill>
                  <a:srgbClr val="223743"/>
                </a:solidFill>
                <a:latin typeface="맑은 고딕"/>
                <a:ea typeface="맑은 고딕"/>
                <a:cs typeface="맑은 고딕"/>
              </a:defRPr>
            </a:lvl6pPr>
            <a:lvl7pPr algn="l">
              <a:defRPr sz="1950" b="0">
                <a:solidFill>
                  <a:srgbClr val="223743"/>
                </a:solidFill>
                <a:latin typeface="맑은 고딕"/>
                <a:ea typeface="맑은 고딕"/>
                <a:cs typeface="맑은 고딕"/>
              </a:defRPr>
            </a:lvl7pPr>
            <a:lvl8pPr algn="l">
              <a:defRPr sz="1950" b="0">
                <a:solidFill>
                  <a:srgbClr val="223743"/>
                </a:solidFill>
                <a:latin typeface="맑은 고딕"/>
                <a:ea typeface="맑은 고딕"/>
                <a:cs typeface="맑은 고딕"/>
              </a:defRPr>
            </a:lvl8pPr>
            <a:lvl9pPr algn="l">
              <a:defRPr sz="1950" b="0">
                <a:solidFill>
                  <a:srgbClr val="223743"/>
                </a:solidFill>
                <a:latin typeface="맑은 고딕"/>
                <a:ea typeface="맑은 고딕"/>
                <a:cs typeface="맑은 고딕"/>
              </a:defRPr>
            </a:lvl9pPr>
          </a:lstStyle>
          <a:p xmlns:a="http://schemas.openxmlformats.org/drawingml/2006/main">
            <a:pPr algn="l">
              <a:defRPr sz="1950" b="0">
                <a:solidFill>
                  <a:srgbClr val="223743"/>
                </a:solidFill>
                <a:latin typeface="맑은 고딕"/>
                <a:ea typeface="맑은 고딕"/>
                <a:cs typeface="맑은 고딕"/>
              </a:defRPr>
            </a:pPr>
            <a:r>
              <a:rPr sz="1950" b="0">
                <a:solidFill>
                  <a:srgbClr val="223743"/>
                </a:solidFill>
                <a:latin typeface="맑은 고딕"/>
                <a:ea typeface="맑은 고딕"/>
                <a:cs typeface="맑은 고딕"/>
              </a:rPr>
              <a:t>허용 구간 540–600초의</a:t>
            </a:r>
          </a:p>
          <a:p xmlns:a="http://schemas.openxmlformats.org/drawingml/2006/main">
            <a:pPr algn="l">
              <a:defRPr sz="1950" b="0">
                <a:solidFill>
                  <a:srgbClr val="223743"/>
                </a:solidFill>
                <a:latin typeface="맑은 고딕"/>
                <a:ea typeface="맑은 고딕"/>
                <a:cs typeface="맑은 고딕"/>
              </a:defRPr>
            </a:pPr>
            <a:r>
              <a:rPr sz="1950" b="0">
                <a:solidFill>
                  <a:srgbClr val="223743"/>
                </a:solidFill>
                <a:latin typeface="맑은 고딕"/>
                <a:ea typeface="맑은 고딕"/>
                <a:cs typeface="맑은 고딕"/>
              </a:rPr>
              <a:t>마지막 완전한 프레임</a:t>
            </a:r>
          </a:p>
        </p:txBody>
      </p:sp>
      <p:sp>
        <p:nvSpPr>
          <p:cNvPr id="8" name="">
            <a:extLst xmlns:a="http://schemas.openxmlformats.org/drawingml/2006/main">
              <a:ext uri="{FF2B5EF4-FFF2-40B4-BE49-F238E27FC236}">
                <a16:creationId xmlns:a16="http://schemas.microsoft.com/office/drawing/2014/main" id="{253CB2F5-DCC8-40BA-9016-63C96692F4A7}"/>
              </a:ext>
            </a:extLst>
          </p:cNvPr>
          <p:cNvSpPr>
            <a:spLocks xmlns:a="http://schemas.openxmlformats.org/drawingml/2006/main" noGrp="1"/>
          </p:cNvSpPr>
          <p:nvPr/>
        </p:nvSpPr>
        <p:spPr>
          <a:xfrm xmlns:a="http://schemas.openxmlformats.org/drawingml/2006/main">
            <a:off x="685800" y="583882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C6D75"/>
                </a:solidFill>
                <a:latin typeface="맑은 고딕"/>
                <a:ea typeface="맑은 고딕"/>
                <a:cs typeface="맑은 고딕"/>
              </a:defRPr>
            </a:defPPr>
            <a:lvl1pPr algn="l">
              <a:defRPr sz="1800" b="0">
                <a:solidFill>
                  <a:srgbClr val="5C6D75"/>
                </a:solidFill>
                <a:latin typeface="맑은 고딕"/>
                <a:ea typeface="맑은 고딕"/>
                <a:cs typeface="맑은 고딕"/>
              </a:defRPr>
            </a:lvl1pPr>
            <a:lvl2pPr algn="l">
              <a:defRPr sz="1800" b="0">
                <a:solidFill>
                  <a:srgbClr val="5C6D75"/>
                </a:solidFill>
                <a:latin typeface="맑은 고딕"/>
                <a:ea typeface="맑은 고딕"/>
                <a:cs typeface="맑은 고딕"/>
              </a:defRPr>
            </a:lvl2pPr>
            <a:lvl3pPr algn="l">
              <a:defRPr sz="1800" b="0">
                <a:solidFill>
                  <a:srgbClr val="5C6D75"/>
                </a:solidFill>
                <a:latin typeface="맑은 고딕"/>
                <a:ea typeface="맑은 고딕"/>
                <a:cs typeface="맑은 고딕"/>
              </a:defRPr>
            </a:lvl3pPr>
            <a:lvl4pPr algn="l">
              <a:defRPr sz="1800" b="0">
                <a:solidFill>
                  <a:srgbClr val="5C6D75"/>
                </a:solidFill>
                <a:latin typeface="맑은 고딕"/>
                <a:ea typeface="맑은 고딕"/>
                <a:cs typeface="맑은 고딕"/>
              </a:defRPr>
            </a:lvl4pPr>
            <a:lvl5pPr algn="l">
              <a:defRPr sz="1800" b="0">
                <a:solidFill>
                  <a:srgbClr val="5C6D75"/>
                </a:solidFill>
                <a:latin typeface="맑은 고딕"/>
                <a:ea typeface="맑은 고딕"/>
                <a:cs typeface="맑은 고딕"/>
              </a:defRPr>
            </a:lvl5pPr>
            <a:lvl6pPr algn="l">
              <a:defRPr sz="1800" b="0">
                <a:solidFill>
                  <a:srgbClr val="5C6D75"/>
                </a:solidFill>
                <a:latin typeface="맑은 고딕"/>
                <a:ea typeface="맑은 고딕"/>
                <a:cs typeface="맑은 고딕"/>
              </a:defRPr>
            </a:lvl6pPr>
            <a:lvl7pPr algn="l">
              <a:defRPr sz="1800" b="0">
                <a:solidFill>
                  <a:srgbClr val="5C6D75"/>
                </a:solidFill>
                <a:latin typeface="맑은 고딕"/>
                <a:ea typeface="맑은 고딕"/>
                <a:cs typeface="맑은 고딕"/>
              </a:defRPr>
            </a:lvl7pPr>
            <a:lvl8pPr algn="l">
              <a:defRPr sz="1800" b="0">
                <a:solidFill>
                  <a:srgbClr val="5C6D75"/>
                </a:solidFill>
                <a:latin typeface="맑은 고딕"/>
                <a:ea typeface="맑은 고딕"/>
                <a:cs typeface="맑은 고딕"/>
              </a:defRPr>
            </a:lvl8pPr>
            <a:lvl9pPr algn="l">
              <a:defRPr sz="1800" b="0">
                <a:solidFill>
                  <a:srgbClr val="5C6D75"/>
                </a:solidFill>
                <a:latin typeface="맑은 고딕"/>
                <a:ea typeface="맑은 고딕"/>
                <a:cs typeface="맑은 고딕"/>
              </a:defRPr>
            </a:lvl9pPr>
          </a:lstStyle>
          <a:p xmlns:a="http://schemas.openxmlformats.org/drawingml/2006/main">
            <a:pPr algn="l">
              <a:defRPr sz="1800" b="0">
                <a:solidFill>
                  <a:srgbClr val="5C6D75"/>
                </a:solidFill>
                <a:latin typeface="맑은 고딕"/>
                <a:ea typeface="맑은 고딕"/>
                <a:cs typeface="맑은 고딕"/>
              </a:defRPr>
            </a:pPr>
            <a:r>
              <a:rPr sz="1800" b="0">
                <a:solidFill>
                  <a:srgbClr val="5C6D75"/>
                </a:solidFill>
                <a:latin typeface="맑은 고딕"/>
                <a:ea typeface="맑은 고딕"/>
                <a:cs typeface="맑은 고딕"/>
              </a:rPr>
              <a:t>종료 통계와 이후 이벤트는 입력에서 제외하며 최종 승패는 정답으로만 사용한다</a:t>
            </a:r>
          </a:p>
        </p:txBody>
      </p:sp>
    </p:spTree>
    <p:extLst>
      <p:ext uri="{BB962C8B-B14F-4D97-AF65-F5344CB8AC3E}">
        <p14:creationId xmlns:p14="http://schemas.microsoft.com/office/powerpoint/2010/main" val="6637784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7F5EF6F-5102-453E-8BA8-74ADD94B70C7}"/>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세 은닉층 신경망 구현</a:t>
            </a:r>
          </a:p>
        </p:txBody>
      </p:sp>
      <p:sp>
        <p:nvSpPr>
          <p:cNvPr id="3" name="">
            <a:extLst xmlns:a="http://schemas.openxmlformats.org/drawingml/2006/main">
              <a:ext uri="{FF2B5EF4-FFF2-40B4-BE49-F238E27FC236}">
                <a16:creationId xmlns:a16="http://schemas.microsoft.com/office/drawing/2014/main" id="{66C6CF25-997F-4A48-9AB4-1A08AAD783CB}"/>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06</a:t>
            </a:r>
          </a:p>
        </p:txBody>
      </p:sp>
      <p:sp>
        <p:nvSpPr>
          <p:cNvPr id="4" name="">
            <a:extLst xmlns:a="http://schemas.openxmlformats.org/drawingml/2006/main">
              <a:ext uri="{FF2B5EF4-FFF2-40B4-BE49-F238E27FC236}">
                <a16:creationId xmlns:a16="http://schemas.microsoft.com/office/drawing/2014/main" id="{40B83B66-C952-4888-A387-C59BE46CA0FB}"/>
              </a:ext>
            </a:extLst>
          </p:cNvPr>
          <p:cNvSpPr>
            <a:spLocks xmlns:a="http://schemas.openxmlformats.org/drawingml/2006/main" noGrp="1"/>
          </p:cNvSpPr>
          <p:nvPr/>
        </p:nvSpPr>
        <p:spPr>
          <a:xfrm xmlns:a="http://schemas.openxmlformats.org/drawingml/2006/main">
            <a:off x="685800" y="165735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700" b="1">
                <a:solidFill>
                  <a:srgbClr val="117A72"/>
                </a:solidFill>
                <a:latin typeface="맑은 고딕"/>
                <a:ea typeface="맑은 고딕"/>
                <a:cs typeface="맑은 고딕"/>
              </a:defRPr>
            </a:defPPr>
            <a:lvl1pPr algn="l">
              <a:defRPr sz="5700" b="1">
                <a:solidFill>
                  <a:srgbClr val="117A72"/>
                </a:solidFill>
                <a:latin typeface="맑은 고딕"/>
                <a:ea typeface="맑은 고딕"/>
                <a:cs typeface="맑은 고딕"/>
              </a:defRPr>
            </a:lvl1pPr>
            <a:lvl2pPr algn="l">
              <a:defRPr sz="5700" b="1">
                <a:solidFill>
                  <a:srgbClr val="117A72"/>
                </a:solidFill>
                <a:latin typeface="맑은 고딕"/>
                <a:ea typeface="맑은 고딕"/>
                <a:cs typeface="맑은 고딕"/>
              </a:defRPr>
            </a:lvl2pPr>
            <a:lvl3pPr algn="l">
              <a:defRPr sz="5700" b="1">
                <a:solidFill>
                  <a:srgbClr val="117A72"/>
                </a:solidFill>
                <a:latin typeface="맑은 고딕"/>
                <a:ea typeface="맑은 고딕"/>
                <a:cs typeface="맑은 고딕"/>
              </a:defRPr>
            </a:lvl3pPr>
            <a:lvl4pPr algn="l">
              <a:defRPr sz="5700" b="1">
                <a:solidFill>
                  <a:srgbClr val="117A72"/>
                </a:solidFill>
                <a:latin typeface="맑은 고딕"/>
                <a:ea typeface="맑은 고딕"/>
                <a:cs typeface="맑은 고딕"/>
              </a:defRPr>
            </a:lvl4pPr>
            <a:lvl5pPr algn="l">
              <a:defRPr sz="5700" b="1">
                <a:solidFill>
                  <a:srgbClr val="117A72"/>
                </a:solidFill>
                <a:latin typeface="맑은 고딕"/>
                <a:ea typeface="맑은 고딕"/>
                <a:cs typeface="맑은 고딕"/>
              </a:defRPr>
            </a:lvl5pPr>
            <a:lvl6pPr algn="l">
              <a:defRPr sz="5700" b="1">
                <a:solidFill>
                  <a:srgbClr val="117A72"/>
                </a:solidFill>
                <a:latin typeface="맑은 고딕"/>
                <a:ea typeface="맑은 고딕"/>
                <a:cs typeface="맑은 고딕"/>
              </a:defRPr>
            </a:lvl6pPr>
            <a:lvl7pPr algn="l">
              <a:defRPr sz="5700" b="1">
                <a:solidFill>
                  <a:srgbClr val="117A72"/>
                </a:solidFill>
                <a:latin typeface="맑은 고딕"/>
                <a:ea typeface="맑은 고딕"/>
                <a:cs typeface="맑은 고딕"/>
              </a:defRPr>
            </a:lvl7pPr>
            <a:lvl8pPr algn="l">
              <a:defRPr sz="5700" b="1">
                <a:solidFill>
                  <a:srgbClr val="117A72"/>
                </a:solidFill>
                <a:latin typeface="맑은 고딕"/>
                <a:ea typeface="맑은 고딕"/>
                <a:cs typeface="맑은 고딕"/>
              </a:defRPr>
            </a:lvl8pPr>
            <a:lvl9pPr algn="l">
              <a:defRPr sz="5700" b="1">
                <a:solidFill>
                  <a:srgbClr val="117A72"/>
                </a:solidFill>
                <a:latin typeface="맑은 고딕"/>
                <a:ea typeface="맑은 고딕"/>
                <a:cs typeface="맑은 고딕"/>
              </a:defRPr>
            </a:lvl9pPr>
          </a:lstStyle>
          <a:p xmlns:a="http://schemas.openxmlformats.org/drawingml/2006/main">
            <a:pPr algn="l">
              <a:defRPr sz="5700" b="1">
                <a:solidFill>
                  <a:srgbClr val="117A72"/>
                </a:solidFill>
                <a:latin typeface="맑은 고딕"/>
                <a:ea typeface="맑은 고딕"/>
                <a:cs typeface="맑은 고딕"/>
              </a:defRPr>
            </a:pPr>
            <a:r>
              <a:rPr sz="5700" b="1">
                <a:solidFill>
                  <a:srgbClr val="117A72"/>
                </a:solidFill>
                <a:latin typeface="맑은 고딕"/>
                <a:ea typeface="맑은 고딕"/>
                <a:cs typeface="맑은 고딕"/>
              </a:rPr>
              <a:t>6 → 16 → 8 → 4 → 1</a:t>
            </a:r>
          </a:p>
        </p:txBody>
      </p:sp>
      <p:sp>
        <p:nvSpPr>
          <p:cNvPr id="5" name="">
            <a:extLst xmlns:a="http://schemas.openxmlformats.org/drawingml/2006/main">
              <a:ext uri="{FF2B5EF4-FFF2-40B4-BE49-F238E27FC236}">
                <a16:creationId xmlns:a16="http://schemas.microsoft.com/office/drawing/2014/main" id="{512EE85E-61C1-4C6B-AA32-9F016D9D6658}"/>
              </a:ext>
            </a:extLst>
          </p:cNvPr>
          <p:cNvSpPr>
            <a:spLocks xmlns:a="http://schemas.openxmlformats.org/drawingml/2006/main" noGrp="1"/>
          </p:cNvSpPr>
          <p:nvPr/>
        </p:nvSpPr>
        <p:spPr>
          <a:xfrm xmlns:a="http://schemas.openxmlformats.org/drawingml/2006/main">
            <a:off x="723900" y="2952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223743"/>
                </a:solidFill>
                <a:latin typeface="맑은 고딕"/>
                <a:ea typeface="맑은 고딕"/>
                <a:cs typeface="맑은 고딕"/>
              </a:defRPr>
            </a:defPPr>
            <a:lvl1pPr algn="l">
              <a:defRPr sz="2100" b="0">
                <a:solidFill>
                  <a:srgbClr val="223743"/>
                </a:solidFill>
                <a:latin typeface="맑은 고딕"/>
                <a:ea typeface="맑은 고딕"/>
                <a:cs typeface="맑은 고딕"/>
              </a:defRPr>
            </a:lvl1pPr>
            <a:lvl2pPr algn="l">
              <a:defRPr sz="2100" b="0">
                <a:solidFill>
                  <a:srgbClr val="223743"/>
                </a:solidFill>
                <a:latin typeface="맑은 고딕"/>
                <a:ea typeface="맑은 고딕"/>
                <a:cs typeface="맑은 고딕"/>
              </a:defRPr>
            </a:lvl2pPr>
            <a:lvl3pPr algn="l">
              <a:defRPr sz="2100" b="0">
                <a:solidFill>
                  <a:srgbClr val="223743"/>
                </a:solidFill>
                <a:latin typeface="맑은 고딕"/>
                <a:ea typeface="맑은 고딕"/>
                <a:cs typeface="맑은 고딕"/>
              </a:defRPr>
            </a:lvl3pPr>
            <a:lvl4pPr algn="l">
              <a:defRPr sz="2100" b="0">
                <a:solidFill>
                  <a:srgbClr val="223743"/>
                </a:solidFill>
                <a:latin typeface="맑은 고딕"/>
                <a:ea typeface="맑은 고딕"/>
                <a:cs typeface="맑은 고딕"/>
              </a:defRPr>
            </a:lvl4pPr>
            <a:lvl5pPr algn="l">
              <a:defRPr sz="2100" b="0">
                <a:solidFill>
                  <a:srgbClr val="223743"/>
                </a:solidFill>
                <a:latin typeface="맑은 고딕"/>
                <a:ea typeface="맑은 고딕"/>
                <a:cs typeface="맑은 고딕"/>
              </a:defRPr>
            </a:lvl5pPr>
            <a:lvl6pPr algn="l">
              <a:defRPr sz="2100" b="0">
                <a:solidFill>
                  <a:srgbClr val="223743"/>
                </a:solidFill>
                <a:latin typeface="맑은 고딕"/>
                <a:ea typeface="맑은 고딕"/>
                <a:cs typeface="맑은 고딕"/>
              </a:defRPr>
            </a:lvl6pPr>
            <a:lvl7pPr algn="l">
              <a:defRPr sz="2100" b="0">
                <a:solidFill>
                  <a:srgbClr val="223743"/>
                </a:solidFill>
                <a:latin typeface="맑은 고딕"/>
                <a:ea typeface="맑은 고딕"/>
                <a:cs typeface="맑은 고딕"/>
              </a:defRPr>
            </a:lvl7pPr>
            <a:lvl8pPr algn="l">
              <a:defRPr sz="2100" b="0">
                <a:solidFill>
                  <a:srgbClr val="223743"/>
                </a:solidFill>
                <a:latin typeface="맑은 고딕"/>
                <a:ea typeface="맑은 고딕"/>
                <a:cs typeface="맑은 고딕"/>
              </a:defRPr>
            </a:lvl8pPr>
            <a:lvl9pPr algn="l">
              <a:defRPr sz="2100" b="0">
                <a:solidFill>
                  <a:srgbClr val="223743"/>
                </a:solidFill>
                <a:latin typeface="맑은 고딕"/>
                <a:ea typeface="맑은 고딕"/>
                <a:cs typeface="맑은 고딕"/>
              </a:defRPr>
            </a:lvl9pPr>
          </a:lstStyle>
          <a:p xmlns:a="http://schemas.openxmlformats.org/drawingml/2006/main">
            <a:pPr algn="l">
              <a:defRPr sz="2100" b="0">
                <a:solidFill>
                  <a:srgbClr val="223743"/>
                </a:solidFill>
                <a:latin typeface="맑은 고딕"/>
                <a:ea typeface="맑은 고딕"/>
                <a:cs typeface="맑은 고딕"/>
              </a:defRPr>
            </a:pPr>
            <a:r>
              <a:rPr sz="2100" b="0">
                <a:solidFill>
                  <a:srgbClr val="223743"/>
                </a:solidFill>
                <a:latin typeface="맑은 고딕"/>
                <a:ea typeface="맑은 고딕"/>
                <a:cs typeface="맑은 고딕"/>
              </a:rPr>
              <a:t>입력 6개       ReLU 은닉층 16·8·4개       시그모이드 출력 1개</a:t>
            </a:r>
          </a:p>
        </p:txBody>
      </p:sp>
      <p:sp>
        <p:nvSpPr>
          <p:cNvPr id="6" name="">
            <a:extLst xmlns:a="http://schemas.openxmlformats.org/drawingml/2006/main">
              <a:ext uri="{FF2B5EF4-FFF2-40B4-BE49-F238E27FC236}">
                <a16:creationId xmlns:a16="http://schemas.microsoft.com/office/drawing/2014/main" id="{B1762352-4216-48D7-9302-964A3258AC4F}"/>
              </a:ext>
            </a:extLst>
          </p:cNvPr>
          <p:cNvSpPr>
            <a:spLocks xmlns:a="http://schemas.openxmlformats.org/drawingml/2006/main" noGrp="1"/>
          </p:cNvSpPr>
          <p:nvPr/>
        </p:nvSpPr>
        <p:spPr>
          <a:xfrm xmlns:a="http://schemas.openxmlformats.org/drawingml/2006/main">
            <a:off x="685800" y="4010025"/>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6600" b="1">
                <a:solidFill>
                  <a:srgbClr val="132B3B"/>
                </a:solidFill>
                <a:latin typeface="맑은 고딕"/>
                <a:ea typeface="맑은 고딕"/>
                <a:cs typeface="맑은 고딕"/>
              </a:defRPr>
            </a:defPPr>
            <a:lvl1pPr algn="l">
              <a:defRPr sz="6600" b="1">
                <a:solidFill>
                  <a:srgbClr val="132B3B"/>
                </a:solidFill>
                <a:latin typeface="맑은 고딕"/>
                <a:ea typeface="맑은 고딕"/>
                <a:cs typeface="맑은 고딕"/>
              </a:defRPr>
            </a:lvl1pPr>
            <a:lvl2pPr algn="l">
              <a:defRPr sz="6600" b="1">
                <a:solidFill>
                  <a:srgbClr val="132B3B"/>
                </a:solidFill>
                <a:latin typeface="맑은 고딕"/>
                <a:ea typeface="맑은 고딕"/>
                <a:cs typeface="맑은 고딕"/>
              </a:defRPr>
            </a:lvl2pPr>
            <a:lvl3pPr algn="l">
              <a:defRPr sz="6600" b="1">
                <a:solidFill>
                  <a:srgbClr val="132B3B"/>
                </a:solidFill>
                <a:latin typeface="맑은 고딕"/>
                <a:ea typeface="맑은 고딕"/>
                <a:cs typeface="맑은 고딕"/>
              </a:defRPr>
            </a:lvl3pPr>
            <a:lvl4pPr algn="l">
              <a:defRPr sz="6600" b="1">
                <a:solidFill>
                  <a:srgbClr val="132B3B"/>
                </a:solidFill>
                <a:latin typeface="맑은 고딕"/>
                <a:ea typeface="맑은 고딕"/>
                <a:cs typeface="맑은 고딕"/>
              </a:defRPr>
            </a:lvl4pPr>
            <a:lvl5pPr algn="l">
              <a:defRPr sz="6600" b="1">
                <a:solidFill>
                  <a:srgbClr val="132B3B"/>
                </a:solidFill>
                <a:latin typeface="맑은 고딕"/>
                <a:ea typeface="맑은 고딕"/>
                <a:cs typeface="맑은 고딕"/>
              </a:defRPr>
            </a:lvl5pPr>
            <a:lvl6pPr algn="l">
              <a:defRPr sz="6600" b="1">
                <a:solidFill>
                  <a:srgbClr val="132B3B"/>
                </a:solidFill>
                <a:latin typeface="맑은 고딕"/>
                <a:ea typeface="맑은 고딕"/>
                <a:cs typeface="맑은 고딕"/>
              </a:defRPr>
            </a:lvl6pPr>
            <a:lvl7pPr algn="l">
              <a:defRPr sz="6600" b="1">
                <a:solidFill>
                  <a:srgbClr val="132B3B"/>
                </a:solidFill>
                <a:latin typeface="맑은 고딕"/>
                <a:ea typeface="맑은 고딕"/>
                <a:cs typeface="맑은 고딕"/>
              </a:defRPr>
            </a:lvl7pPr>
            <a:lvl8pPr algn="l">
              <a:defRPr sz="6600" b="1">
                <a:solidFill>
                  <a:srgbClr val="132B3B"/>
                </a:solidFill>
                <a:latin typeface="맑은 고딕"/>
                <a:ea typeface="맑은 고딕"/>
                <a:cs typeface="맑은 고딕"/>
              </a:defRPr>
            </a:lvl8pPr>
            <a:lvl9pPr algn="l">
              <a:defRPr sz="6600" b="1">
                <a:solidFill>
                  <a:srgbClr val="132B3B"/>
                </a:solidFill>
                <a:latin typeface="맑은 고딕"/>
                <a:ea typeface="맑은 고딕"/>
                <a:cs typeface="맑은 고딕"/>
              </a:defRPr>
            </a:lvl9pPr>
          </a:lstStyle>
          <a:p xmlns:a="http://schemas.openxmlformats.org/drawingml/2006/main">
            <a:pPr algn="l">
              <a:defRPr sz="6600" b="1">
                <a:solidFill>
                  <a:srgbClr val="132B3B"/>
                </a:solidFill>
                <a:latin typeface="맑은 고딕"/>
                <a:ea typeface="맑은 고딕"/>
                <a:cs typeface="맑은 고딕"/>
              </a:defRPr>
            </a:pPr>
            <a:r>
              <a:rPr sz="6600" b="1">
                <a:solidFill>
                  <a:srgbClr val="132B3B"/>
                </a:solidFill>
                <a:latin typeface="맑은 고딕"/>
                <a:ea typeface="맑은 고딕"/>
                <a:cs typeface="맑은 고딕"/>
              </a:rPr>
              <a:t>289</a:t>
            </a:r>
          </a:p>
        </p:txBody>
      </p:sp>
      <p:sp>
        <p:nvSpPr>
          <p:cNvPr id="7" name="">
            <a:extLst xmlns:a="http://schemas.openxmlformats.org/drawingml/2006/main">
              <a:ext uri="{FF2B5EF4-FFF2-40B4-BE49-F238E27FC236}">
                <a16:creationId xmlns:a16="http://schemas.microsoft.com/office/drawing/2014/main" id="{13851D4B-C96A-41D1-BA13-2F8B8046DFB2}"/>
              </a:ext>
            </a:extLst>
          </p:cNvPr>
          <p:cNvSpPr>
            <a:spLocks xmlns:a="http://schemas.openxmlformats.org/drawingml/2006/main" noGrp="1"/>
          </p:cNvSpPr>
          <p:nvPr/>
        </p:nvSpPr>
        <p:spPr>
          <a:xfrm xmlns:a="http://schemas.openxmlformats.org/drawingml/2006/main">
            <a:off x="3333750" y="4295775"/>
            <a:ext cx="7667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a:solidFill>
                  <a:srgbClr val="223743"/>
                </a:solidFill>
                <a:latin typeface="맑은 고딕"/>
                <a:ea typeface="맑은 고딕"/>
                <a:cs typeface="맑은 고딕"/>
              </a:defRPr>
            </a:defPPr>
            <a:lvl1pPr algn="l">
              <a:defRPr sz="2400" b="0">
                <a:solidFill>
                  <a:srgbClr val="223743"/>
                </a:solidFill>
                <a:latin typeface="맑은 고딕"/>
                <a:ea typeface="맑은 고딕"/>
                <a:cs typeface="맑은 고딕"/>
              </a:defRPr>
            </a:lvl1pPr>
            <a:lvl2pPr algn="l">
              <a:defRPr sz="2400" b="0">
                <a:solidFill>
                  <a:srgbClr val="223743"/>
                </a:solidFill>
                <a:latin typeface="맑은 고딕"/>
                <a:ea typeface="맑은 고딕"/>
                <a:cs typeface="맑은 고딕"/>
              </a:defRPr>
            </a:lvl2pPr>
            <a:lvl3pPr algn="l">
              <a:defRPr sz="2400" b="0">
                <a:solidFill>
                  <a:srgbClr val="223743"/>
                </a:solidFill>
                <a:latin typeface="맑은 고딕"/>
                <a:ea typeface="맑은 고딕"/>
                <a:cs typeface="맑은 고딕"/>
              </a:defRPr>
            </a:lvl3pPr>
            <a:lvl4pPr algn="l">
              <a:defRPr sz="2400" b="0">
                <a:solidFill>
                  <a:srgbClr val="223743"/>
                </a:solidFill>
                <a:latin typeface="맑은 고딕"/>
                <a:ea typeface="맑은 고딕"/>
                <a:cs typeface="맑은 고딕"/>
              </a:defRPr>
            </a:lvl4pPr>
            <a:lvl5pPr algn="l">
              <a:defRPr sz="2400" b="0">
                <a:solidFill>
                  <a:srgbClr val="223743"/>
                </a:solidFill>
                <a:latin typeface="맑은 고딕"/>
                <a:ea typeface="맑은 고딕"/>
                <a:cs typeface="맑은 고딕"/>
              </a:defRPr>
            </a:lvl5pPr>
            <a:lvl6pPr algn="l">
              <a:defRPr sz="2400" b="0">
                <a:solidFill>
                  <a:srgbClr val="223743"/>
                </a:solidFill>
                <a:latin typeface="맑은 고딕"/>
                <a:ea typeface="맑은 고딕"/>
                <a:cs typeface="맑은 고딕"/>
              </a:defRPr>
            </a:lvl6pPr>
            <a:lvl7pPr algn="l">
              <a:defRPr sz="2400" b="0">
                <a:solidFill>
                  <a:srgbClr val="223743"/>
                </a:solidFill>
                <a:latin typeface="맑은 고딕"/>
                <a:ea typeface="맑은 고딕"/>
                <a:cs typeface="맑은 고딕"/>
              </a:defRPr>
            </a:lvl7pPr>
            <a:lvl8pPr algn="l">
              <a:defRPr sz="2400" b="0">
                <a:solidFill>
                  <a:srgbClr val="223743"/>
                </a:solidFill>
                <a:latin typeface="맑은 고딕"/>
                <a:ea typeface="맑은 고딕"/>
                <a:cs typeface="맑은 고딕"/>
              </a:defRPr>
            </a:lvl8pPr>
            <a:lvl9pPr algn="l">
              <a:defRPr sz="2400" b="0">
                <a:solidFill>
                  <a:srgbClr val="223743"/>
                </a:solidFill>
                <a:latin typeface="맑은 고딕"/>
                <a:ea typeface="맑은 고딕"/>
                <a:cs typeface="맑은 고딕"/>
              </a:defRPr>
            </a:lvl9pPr>
          </a:lstStyle>
          <a:p xmlns:a="http://schemas.openxmlformats.org/drawingml/2006/main">
            <a:pPr algn="l">
              <a:defRPr sz="2400" b="0">
                <a:solidFill>
                  <a:srgbClr val="223743"/>
                </a:solidFill>
                <a:latin typeface="맑은 고딕"/>
                <a:ea typeface="맑은 고딕"/>
                <a:cs typeface="맑은 고딕"/>
              </a:defRPr>
            </a:pPr>
            <a:r>
              <a:rPr sz="2400" b="0">
                <a:solidFill>
                  <a:srgbClr val="223743"/>
                </a:solidFill>
                <a:latin typeface="맑은 고딕"/>
                <a:ea typeface="맑은 고딕"/>
                <a:cs typeface="맑은 고딕"/>
              </a:rPr>
              <a:t>학습 가능한 가중치와 편향</a:t>
            </a:r>
          </a:p>
        </p:txBody>
      </p:sp>
      <p:sp>
        <p:nvSpPr>
          <p:cNvPr id="8" name="">
            <a:extLst xmlns:a="http://schemas.openxmlformats.org/drawingml/2006/main">
              <a:ext uri="{FF2B5EF4-FFF2-40B4-BE49-F238E27FC236}">
                <a16:creationId xmlns:a16="http://schemas.microsoft.com/office/drawing/2014/main" id="{FEF45BBE-D282-4F24-B5DA-31177B09138D}"/>
              </a:ext>
            </a:extLst>
          </p:cNvPr>
          <p:cNvSpPr>
            <a:spLocks xmlns:a="http://schemas.openxmlformats.org/drawingml/2006/main" noGrp="1"/>
          </p:cNvSpPr>
          <p:nvPr/>
        </p:nvSpPr>
        <p:spPr>
          <a:xfrm xmlns:a="http://schemas.openxmlformats.org/drawingml/2006/main">
            <a:off x="723900" y="54197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223743"/>
                </a:solidFill>
                <a:latin typeface="맑은 고딕"/>
                <a:ea typeface="맑은 고딕"/>
                <a:cs typeface="맑은 고딕"/>
              </a:defRPr>
            </a:defPPr>
            <a:lvl1pPr algn="l">
              <a:defRPr sz="2025" b="0">
                <a:solidFill>
                  <a:srgbClr val="223743"/>
                </a:solidFill>
                <a:latin typeface="맑은 고딕"/>
                <a:ea typeface="맑은 고딕"/>
                <a:cs typeface="맑은 고딕"/>
              </a:defRPr>
            </a:lvl1pPr>
            <a:lvl2pPr algn="l">
              <a:defRPr sz="2025" b="0">
                <a:solidFill>
                  <a:srgbClr val="223743"/>
                </a:solidFill>
                <a:latin typeface="맑은 고딕"/>
                <a:ea typeface="맑은 고딕"/>
                <a:cs typeface="맑은 고딕"/>
              </a:defRPr>
            </a:lvl2pPr>
            <a:lvl3pPr algn="l">
              <a:defRPr sz="2025" b="0">
                <a:solidFill>
                  <a:srgbClr val="223743"/>
                </a:solidFill>
                <a:latin typeface="맑은 고딕"/>
                <a:ea typeface="맑은 고딕"/>
                <a:cs typeface="맑은 고딕"/>
              </a:defRPr>
            </a:lvl3pPr>
            <a:lvl4pPr algn="l">
              <a:defRPr sz="2025" b="0">
                <a:solidFill>
                  <a:srgbClr val="223743"/>
                </a:solidFill>
                <a:latin typeface="맑은 고딕"/>
                <a:ea typeface="맑은 고딕"/>
                <a:cs typeface="맑은 고딕"/>
              </a:defRPr>
            </a:lvl4pPr>
            <a:lvl5pPr algn="l">
              <a:defRPr sz="2025" b="0">
                <a:solidFill>
                  <a:srgbClr val="223743"/>
                </a:solidFill>
                <a:latin typeface="맑은 고딕"/>
                <a:ea typeface="맑은 고딕"/>
                <a:cs typeface="맑은 고딕"/>
              </a:defRPr>
            </a:lvl5pPr>
            <a:lvl6pPr algn="l">
              <a:defRPr sz="2025" b="0">
                <a:solidFill>
                  <a:srgbClr val="223743"/>
                </a:solidFill>
                <a:latin typeface="맑은 고딕"/>
                <a:ea typeface="맑은 고딕"/>
                <a:cs typeface="맑은 고딕"/>
              </a:defRPr>
            </a:lvl6pPr>
            <a:lvl7pPr algn="l">
              <a:defRPr sz="2025" b="0">
                <a:solidFill>
                  <a:srgbClr val="223743"/>
                </a:solidFill>
                <a:latin typeface="맑은 고딕"/>
                <a:ea typeface="맑은 고딕"/>
                <a:cs typeface="맑은 고딕"/>
              </a:defRPr>
            </a:lvl7pPr>
            <a:lvl8pPr algn="l">
              <a:defRPr sz="2025" b="0">
                <a:solidFill>
                  <a:srgbClr val="223743"/>
                </a:solidFill>
                <a:latin typeface="맑은 고딕"/>
                <a:ea typeface="맑은 고딕"/>
                <a:cs typeface="맑은 고딕"/>
              </a:defRPr>
            </a:lvl8pPr>
            <a:lvl9pPr algn="l">
              <a:defRPr sz="2025" b="0">
                <a:solidFill>
                  <a:srgbClr val="223743"/>
                </a:solidFill>
                <a:latin typeface="맑은 고딕"/>
                <a:ea typeface="맑은 고딕"/>
                <a:cs typeface="맑은 고딕"/>
              </a:defRPr>
            </a:lvl9pPr>
          </a:lstStyle>
          <a:p xmlns:a="http://schemas.openxmlformats.org/drawingml/2006/main">
            <a:pPr algn="l">
              <a:defRPr sz="2025" b="0">
                <a:solidFill>
                  <a:srgbClr val="223743"/>
                </a:solidFill>
                <a:latin typeface="맑은 고딕"/>
                <a:ea typeface="맑은 고딕"/>
                <a:cs typeface="맑은 고딕"/>
              </a:defRPr>
            </a:pPr>
            <a:r>
              <a:rPr sz="2025" b="0">
                <a:solidFill>
                  <a:srgbClr val="223743"/>
                </a:solidFill>
                <a:latin typeface="맑은 고딕"/>
                <a:ea typeface="맑은 고딕"/>
                <a:cs typeface="맑은 고딕"/>
              </a:rPr>
              <a:t>학습 자료로만 표준화 · L-BFGS · L2 정규화 α=1 · seed=42</a:t>
            </a:r>
          </a:p>
        </p:txBody>
      </p:sp>
      <p:sp>
        <p:nvSpPr>
          <p:cNvPr id="9" name="">
            <a:extLst xmlns:a="http://schemas.openxmlformats.org/drawingml/2006/main">
              <a:ext uri="{FF2B5EF4-FFF2-40B4-BE49-F238E27FC236}">
                <a16:creationId xmlns:a16="http://schemas.microsoft.com/office/drawing/2014/main" id="{D3035B8A-FB59-4624-81B2-854FA93F0F3B}"/>
              </a:ext>
            </a:extLst>
          </p:cNvPr>
          <p:cNvSpPr>
            <a:spLocks xmlns:a="http://schemas.openxmlformats.org/drawingml/2006/main" noGrp="1"/>
          </p:cNvSpPr>
          <p:nvPr/>
        </p:nvSpPr>
        <p:spPr>
          <a:xfrm xmlns:a="http://schemas.openxmlformats.org/drawingml/2006/main">
            <a:off x="723900" y="5953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C6D75"/>
                </a:solidFill>
                <a:latin typeface="맑은 고딕"/>
                <a:ea typeface="맑은 고딕"/>
                <a:cs typeface="맑은 고딕"/>
              </a:defRPr>
            </a:defPPr>
            <a:lvl1pPr algn="l">
              <a:defRPr sz="1800" b="0">
                <a:solidFill>
                  <a:srgbClr val="5C6D75"/>
                </a:solidFill>
                <a:latin typeface="맑은 고딕"/>
                <a:ea typeface="맑은 고딕"/>
                <a:cs typeface="맑은 고딕"/>
              </a:defRPr>
            </a:lvl1pPr>
            <a:lvl2pPr algn="l">
              <a:defRPr sz="1800" b="0">
                <a:solidFill>
                  <a:srgbClr val="5C6D75"/>
                </a:solidFill>
                <a:latin typeface="맑은 고딕"/>
                <a:ea typeface="맑은 고딕"/>
                <a:cs typeface="맑은 고딕"/>
              </a:defRPr>
            </a:lvl2pPr>
            <a:lvl3pPr algn="l">
              <a:defRPr sz="1800" b="0">
                <a:solidFill>
                  <a:srgbClr val="5C6D75"/>
                </a:solidFill>
                <a:latin typeface="맑은 고딕"/>
                <a:ea typeface="맑은 고딕"/>
                <a:cs typeface="맑은 고딕"/>
              </a:defRPr>
            </a:lvl3pPr>
            <a:lvl4pPr algn="l">
              <a:defRPr sz="1800" b="0">
                <a:solidFill>
                  <a:srgbClr val="5C6D75"/>
                </a:solidFill>
                <a:latin typeface="맑은 고딕"/>
                <a:ea typeface="맑은 고딕"/>
                <a:cs typeface="맑은 고딕"/>
              </a:defRPr>
            </a:lvl4pPr>
            <a:lvl5pPr algn="l">
              <a:defRPr sz="1800" b="0">
                <a:solidFill>
                  <a:srgbClr val="5C6D75"/>
                </a:solidFill>
                <a:latin typeface="맑은 고딕"/>
                <a:ea typeface="맑은 고딕"/>
                <a:cs typeface="맑은 고딕"/>
              </a:defRPr>
            </a:lvl5pPr>
            <a:lvl6pPr algn="l">
              <a:defRPr sz="1800" b="0">
                <a:solidFill>
                  <a:srgbClr val="5C6D75"/>
                </a:solidFill>
                <a:latin typeface="맑은 고딕"/>
                <a:ea typeface="맑은 고딕"/>
                <a:cs typeface="맑은 고딕"/>
              </a:defRPr>
            </a:lvl6pPr>
            <a:lvl7pPr algn="l">
              <a:defRPr sz="1800" b="0">
                <a:solidFill>
                  <a:srgbClr val="5C6D75"/>
                </a:solidFill>
                <a:latin typeface="맑은 고딕"/>
                <a:ea typeface="맑은 고딕"/>
                <a:cs typeface="맑은 고딕"/>
              </a:defRPr>
            </a:lvl7pPr>
            <a:lvl8pPr algn="l">
              <a:defRPr sz="1800" b="0">
                <a:solidFill>
                  <a:srgbClr val="5C6D75"/>
                </a:solidFill>
                <a:latin typeface="맑은 고딕"/>
                <a:ea typeface="맑은 고딕"/>
                <a:cs typeface="맑은 고딕"/>
              </a:defRPr>
            </a:lvl8pPr>
            <a:lvl9pPr algn="l">
              <a:defRPr sz="1800" b="0">
                <a:solidFill>
                  <a:srgbClr val="5C6D75"/>
                </a:solidFill>
                <a:latin typeface="맑은 고딕"/>
                <a:ea typeface="맑은 고딕"/>
                <a:cs typeface="맑은 고딕"/>
              </a:defRPr>
            </a:lvl9pPr>
          </a:lstStyle>
          <a:p xmlns:a="http://schemas.openxmlformats.org/drawingml/2006/main">
            <a:pPr algn="l">
              <a:defRPr sz="1800" b="0">
                <a:solidFill>
                  <a:srgbClr val="5C6D75"/>
                </a:solidFill>
                <a:latin typeface="맑은 고딕"/>
                <a:ea typeface="맑은 고딕"/>
                <a:cs typeface="맑은 고딕"/>
              </a:defRPr>
            </a:pPr>
            <a:r>
              <a:rPr sz="1800" b="0">
                <a:solidFill>
                  <a:srgbClr val="5C6D75"/>
                </a:solidFill>
                <a:latin typeface="맑은 고딕"/>
                <a:ea typeface="맑은 고딕"/>
                <a:cs typeface="맑은 고딕"/>
              </a:rPr>
              <a:t>학습된 매개변수는 JSON으로 저장하고 서비스에서 순전파한다</a:t>
            </a:r>
          </a:p>
        </p:txBody>
      </p:sp>
    </p:spTree>
    <p:extLst>
      <p:ext uri="{BB962C8B-B14F-4D97-AF65-F5344CB8AC3E}">
        <p14:creationId xmlns:p14="http://schemas.microsoft.com/office/powerpoint/2010/main" val="20610141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F077A7A-6395-4CEF-9BE9-4B80211F71BE}"/>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같은 조건의 기준선 비교</a:t>
            </a:r>
          </a:p>
        </p:txBody>
      </p:sp>
      <p:sp>
        <p:nvSpPr>
          <p:cNvPr id="3" name="">
            <a:extLst xmlns:a="http://schemas.openxmlformats.org/drawingml/2006/main">
              <a:ext uri="{FF2B5EF4-FFF2-40B4-BE49-F238E27FC236}">
                <a16:creationId xmlns:a16="http://schemas.microsoft.com/office/drawing/2014/main" id="{C34DED59-9B00-409A-8B0B-CFFB6F187C95}"/>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07</a:t>
            </a:r>
          </a:p>
        </p:txBody>
      </p:sp>
      <p:sp>
        <p:nvSpPr>
          <p:cNvPr id="4" name="">
            <a:extLst xmlns:a="http://schemas.openxmlformats.org/drawingml/2006/main">
              <a:ext uri="{FF2B5EF4-FFF2-40B4-BE49-F238E27FC236}">
                <a16:creationId xmlns:a16="http://schemas.microsoft.com/office/drawing/2014/main" id="{41E1877B-FC1D-4BD9-A295-40A30EAFDE90}"/>
              </a:ext>
            </a:extLst>
          </p:cNvPr>
          <p:cNvSpPr>
            <a:spLocks xmlns:a="http://schemas.openxmlformats.org/drawingml/2006/main" noGrp="1"/>
          </p:cNvSpPr>
          <p:nvPr/>
        </p:nvSpPr>
        <p:spPr>
          <a:xfrm xmlns:a="http://schemas.openxmlformats.org/drawingml/2006/main">
            <a:off x="685800" y="17145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117A72"/>
                </a:solidFill>
                <a:latin typeface="맑은 고딕"/>
                <a:ea typeface="맑은 고딕"/>
                <a:cs typeface="맑은 고딕"/>
              </a:defRPr>
            </a:defPPr>
            <a:lvl1pPr algn="l">
              <a:defRPr sz="3600" b="1">
                <a:solidFill>
                  <a:srgbClr val="117A72"/>
                </a:solidFill>
                <a:latin typeface="맑은 고딕"/>
                <a:ea typeface="맑은 고딕"/>
                <a:cs typeface="맑은 고딕"/>
              </a:defRPr>
            </a:lvl1pPr>
            <a:lvl2pPr algn="l">
              <a:defRPr sz="3600" b="1">
                <a:solidFill>
                  <a:srgbClr val="117A72"/>
                </a:solidFill>
                <a:latin typeface="맑은 고딕"/>
                <a:ea typeface="맑은 고딕"/>
                <a:cs typeface="맑은 고딕"/>
              </a:defRPr>
            </a:lvl2pPr>
            <a:lvl3pPr algn="l">
              <a:defRPr sz="3600" b="1">
                <a:solidFill>
                  <a:srgbClr val="117A72"/>
                </a:solidFill>
                <a:latin typeface="맑은 고딕"/>
                <a:ea typeface="맑은 고딕"/>
                <a:cs typeface="맑은 고딕"/>
              </a:defRPr>
            </a:lvl3pPr>
            <a:lvl4pPr algn="l">
              <a:defRPr sz="3600" b="1">
                <a:solidFill>
                  <a:srgbClr val="117A72"/>
                </a:solidFill>
                <a:latin typeface="맑은 고딕"/>
                <a:ea typeface="맑은 고딕"/>
                <a:cs typeface="맑은 고딕"/>
              </a:defRPr>
            </a:lvl4pPr>
            <a:lvl5pPr algn="l">
              <a:defRPr sz="3600" b="1">
                <a:solidFill>
                  <a:srgbClr val="117A72"/>
                </a:solidFill>
                <a:latin typeface="맑은 고딕"/>
                <a:ea typeface="맑은 고딕"/>
                <a:cs typeface="맑은 고딕"/>
              </a:defRPr>
            </a:lvl5pPr>
            <a:lvl6pPr algn="l">
              <a:defRPr sz="3600" b="1">
                <a:solidFill>
                  <a:srgbClr val="117A72"/>
                </a:solidFill>
                <a:latin typeface="맑은 고딕"/>
                <a:ea typeface="맑은 고딕"/>
                <a:cs typeface="맑은 고딕"/>
              </a:defRPr>
            </a:lvl6pPr>
            <a:lvl7pPr algn="l">
              <a:defRPr sz="3600" b="1">
                <a:solidFill>
                  <a:srgbClr val="117A72"/>
                </a:solidFill>
                <a:latin typeface="맑은 고딕"/>
                <a:ea typeface="맑은 고딕"/>
                <a:cs typeface="맑은 고딕"/>
              </a:defRPr>
            </a:lvl7pPr>
            <a:lvl8pPr algn="l">
              <a:defRPr sz="3600" b="1">
                <a:solidFill>
                  <a:srgbClr val="117A72"/>
                </a:solidFill>
                <a:latin typeface="맑은 고딕"/>
                <a:ea typeface="맑은 고딕"/>
                <a:cs typeface="맑은 고딕"/>
              </a:defRPr>
            </a:lvl8pPr>
            <a:lvl9pPr algn="l">
              <a:defRPr sz="3600" b="1">
                <a:solidFill>
                  <a:srgbClr val="117A72"/>
                </a:solidFill>
                <a:latin typeface="맑은 고딕"/>
                <a:ea typeface="맑은 고딕"/>
                <a:cs typeface="맑은 고딕"/>
              </a:defRPr>
            </a:lvl9pPr>
          </a:lstStyle>
          <a:p xmlns:a="http://schemas.openxmlformats.org/drawingml/2006/main">
            <a:pPr algn="l">
              <a:defRPr sz="3600" b="1">
                <a:solidFill>
                  <a:srgbClr val="117A72"/>
                </a:solidFill>
                <a:latin typeface="맑은 고딕"/>
                <a:ea typeface="맑은 고딕"/>
                <a:cs typeface="맑은 고딕"/>
              </a:defRPr>
            </a:pPr>
            <a:r>
              <a:rPr sz="3600" b="1">
                <a:solidFill>
                  <a:srgbClr val="117A72"/>
                </a:solidFill>
                <a:latin typeface="맑은 고딕"/>
                <a:ea typeface="맑은 고딕"/>
                <a:cs typeface="맑은 고딕"/>
              </a:rPr>
              <a:t>83경기 학습  →  21경기 평가</a:t>
            </a:r>
          </a:p>
        </p:txBody>
      </p:sp>
      <p:sp>
        <p:nvSpPr>
          <p:cNvPr id="5" name="">
            <a:extLst xmlns:a="http://schemas.openxmlformats.org/drawingml/2006/main">
              <a:ext uri="{FF2B5EF4-FFF2-40B4-BE49-F238E27FC236}">
                <a16:creationId xmlns:a16="http://schemas.microsoft.com/office/drawing/2014/main" id="{32E4BABF-C87C-4DE8-9F3D-02E7033264C8}"/>
              </a:ext>
            </a:extLst>
          </p:cNvPr>
          <p:cNvSpPr>
            <a:spLocks xmlns:a="http://schemas.openxmlformats.org/drawingml/2006/main" noGrp="1"/>
          </p:cNvSpPr>
          <p:nvPr/>
        </p:nvSpPr>
        <p:spPr>
          <a:xfrm xmlns:a="http://schemas.openxmlformats.org/drawingml/2006/main">
            <a:off x="666750" y="2924175"/>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17A72"/>
                </a:solidFill>
                <a:latin typeface="맑은 고딕"/>
                <a:ea typeface="맑은 고딕"/>
                <a:cs typeface="맑은 고딕"/>
              </a:defRPr>
            </a:defPPr>
            <a:lvl1pPr algn="l">
              <a:defRPr sz="2175" b="1">
                <a:solidFill>
                  <a:srgbClr val="117A72"/>
                </a:solidFill>
                <a:latin typeface="맑은 고딕"/>
                <a:ea typeface="맑은 고딕"/>
                <a:cs typeface="맑은 고딕"/>
              </a:defRPr>
            </a:lvl1pPr>
            <a:lvl2pPr algn="l">
              <a:defRPr sz="2175" b="1">
                <a:solidFill>
                  <a:srgbClr val="117A72"/>
                </a:solidFill>
                <a:latin typeface="맑은 고딕"/>
                <a:ea typeface="맑은 고딕"/>
                <a:cs typeface="맑은 고딕"/>
              </a:defRPr>
            </a:lvl2pPr>
            <a:lvl3pPr algn="l">
              <a:defRPr sz="2175" b="1">
                <a:solidFill>
                  <a:srgbClr val="117A72"/>
                </a:solidFill>
                <a:latin typeface="맑은 고딕"/>
                <a:ea typeface="맑은 고딕"/>
                <a:cs typeface="맑은 고딕"/>
              </a:defRPr>
            </a:lvl3pPr>
            <a:lvl4pPr algn="l">
              <a:defRPr sz="2175" b="1">
                <a:solidFill>
                  <a:srgbClr val="117A72"/>
                </a:solidFill>
                <a:latin typeface="맑은 고딕"/>
                <a:ea typeface="맑은 고딕"/>
                <a:cs typeface="맑은 고딕"/>
              </a:defRPr>
            </a:lvl4pPr>
            <a:lvl5pPr algn="l">
              <a:defRPr sz="2175" b="1">
                <a:solidFill>
                  <a:srgbClr val="117A72"/>
                </a:solidFill>
                <a:latin typeface="맑은 고딕"/>
                <a:ea typeface="맑은 고딕"/>
                <a:cs typeface="맑은 고딕"/>
              </a:defRPr>
            </a:lvl5pPr>
            <a:lvl6pPr algn="l">
              <a:defRPr sz="2175" b="1">
                <a:solidFill>
                  <a:srgbClr val="117A72"/>
                </a:solidFill>
                <a:latin typeface="맑은 고딕"/>
                <a:ea typeface="맑은 고딕"/>
                <a:cs typeface="맑은 고딕"/>
              </a:defRPr>
            </a:lvl6pPr>
            <a:lvl7pPr algn="l">
              <a:defRPr sz="2175" b="1">
                <a:solidFill>
                  <a:srgbClr val="117A72"/>
                </a:solidFill>
                <a:latin typeface="맑은 고딕"/>
                <a:ea typeface="맑은 고딕"/>
                <a:cs typeface="맑은 고딕"/>
              </a:defRPr>
            </a:lvl7pPr>
            <a:lvl8pPr algn="l">
              <a:defRPr sz="2175" b="1">
                <a:solidFill>
                  <a:srgbClr val="117A72"/>
                </a:solidFill>
                <a:latin typeface="맑은 고딕"/>
                <a:ea typeface="맑은 고딕"/>
                <a:cs typeface="맑은 고딕"/>
              </a:defRPr>
            </a:lvl8pPr>
            <a:lvl9pPr algn="l">
              <a:defRPr sz="2175" b="1">
                <a:solidFill>
                  <a:srgbClr val="117A72"/>
                </a:solidFill>
                <a:latin typeface="맑은 고딕"/>
                <a:ea typeface="맑은 고딕"/>
                <a:cs typeface="맑은 고딕"/>
              </a:defRPr>
            </a:lvl9pPr>
          </a:lstStyle>
          <a:p xmlns:a="http://schemas.openxmlformats.org/drawingml/2006/main">
            <a:pPr algn="l">
              <a:defRPr sz="2175" b="1">
                <a:solidFill>
                  <a:srgbClr val="117A72"/>
                </a:solidFill>
                <a:latin typeface="맑은 고딕"/>
                <a:ea typeface="맑은 고딕"/>
                <a:cs typeface="맑은 고딕"/>
              </a:defRPr>
            </a:pPr>
            <a:r>
              <a:rPr sz="2175" b="1">
                <a:solidFill>
                  <a:srgbClr val="117A72"/>
                </a:solidFill>
                <a:latin typeface="맑은 고딕"/>
                <a:ea typeface="맑은 고딕"/>
                <a:cs typeface="맑은 고딕"/>
              </a:rPr>
              <a:t>같은 조건</a:t>
            </a:r>
          </a:p>
        </p:txBody>
      </p:sp>
      <p:sp>
        <p:nvSpPr>
          <p:cNvPr id="6" name="">
            <a:extLst xmlns:a="http://schemas.openxmlformats.org/drawingml/2006/main">
              <a:ext uri="{FF2B5EF4-FFF2-40B4-BE49-F238E27FC236}">
                <a16:creationId xmlns:a16="http://schemas.microsoft.com/office/drawing/2014/main" id="{3B3D278C-0D6A-4C38-A497-F114EDB3141A}"/>
              </a:ext>
            </a:extLst>
          </p:cNvPr>
          <p:cNvSpPr>
            <a:spLocks xmlns:a="http://schemas.openxmlformats.org/drawingml/2006/main" noGrp="1"/>
          </p:cNvSpPr>
          <p:nvPr/>
        </p:nvSpPr>
        <p:spPr>
          <a:xfrm xmlns:a="http://schemas.openxmlformats.org/drawingml/2006/main">
            <a:off x="3048000" y="2924175"/>
            <a:ext cx="8429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23743"/>
                </a:solidFill>
                <a:latin typeface="맑은 고딕"/>
                <a:ea typeface="맑은 고딕"/>
                <a:cs typeface="맑은 고딕"/>
              </a:defRPr>
            </a:defPPr>
            <a:lvl1pPr algn="l">
              <a:defRPr sz="2175" b="0">
                <a:solidFill>
                  <a:srgbClr val="223743"/>
                </a:solidFill>
                <a:latin typeface="맑은 고딕"/>
                <a:ea typeface="맑은 고딕"/>
                <a:cs typeface="맑은 고딕"/>
              </a:defRPr>
            </a:lvl1pPr>
            <a:lvl2pPr algn="l">
              <a:defRPr sz="2175" b="0">
                <a:solidFill>
                  <a:srgbClr val="223743"/>
                </a:solidFill>
                <a:latin typeface="맑은 고딕"/>
                <a:ea typeface="맑은 고딕"/>
                <a:cs typeface="맑은 고딕"/>
              </a:defRPr>
            </a:lvl2pPr>
            <a:lvl3pPr algn="l">
              <a:defRPr sz="2175" b="0">
                <a:solidFill>
                  <a:srgbClr val="223743"/>
                </a:solidFill>
                <a:latin typeface="맑은 고딕"/>
                <a:ea typeface="맑은 고딕"/>
                <a:cs typeface="맑은 고딕"/>
              </a:defRPr>
            </a:lvl3pPr>
            <a:lvl4pPr algn="l">
              <a:defRPr sz="2175" b="0">
                <a:solidFill>
                  <a:srgbClr val="223743"/>
                </a:solidFill>
                <a:latin typeface="맑은 고딕"/>
                <a:ea typeface="맑은 고딕"/>
                <a:cs typeface="맑은 고딕"/>
              </a:defRPr>
            </a:lvl4pPr>
            <a:lvl5pPr algn="l">
              <a:defRPr sz="2175" b="0">
                <a:solidFill>
                  <a:srgbClr val="223743"/>
                </a:solidFill>
                <a:latin typeface="맑은 고딕"/>
                <a:ea typeface="맑은 고딕"/>
                <a:cs typeface="맑은 고딕"/>
              </a:defRPr>
            </a:lvl5pPr>
            <a:lvl6pPr algn="l">
              <a:defRPr sz="2175" b="0">
                <a:solidFill>
                  <a:srgbClr val="223743"/>
                </a:solidFill>
                <a:latin typeface="맑은 고딕"/>
                <a:ea typeface="맑은 고딕"/>
                <a:cs typeface="맑은 고딕"/>
              </a:defRPr>
            </a:lvl6pPr>
            <a:lvl7pPr algn="l">
              <a:defRPr sz="2175" b="0">
                <a:solidFill>
                  <a:srgbClr val="223743"/>
                </a:solidFill>
                <a:latin typeface="맑은 고딕"/>
                <a:ea typeface="맑은 고딕"/>
                <a:cs typeface="맑은 고딕"/>
              </a:defRPr>
            </a:lvl7pPr>
            <a:lvl8pPr algn="l">
              <a:defRPr sz="2175" b="0">
                <a:solidFill>
                  <a:srgbClr val="223743"/>
                </a:solidFill>
                <a:latin typeface="맑은 고딕"/>
                <a:ea typeface="맑은 고딕"/>
                <a:cs typeface="맑은 고딕"/>
              </a:defRPr>
            </a:lvl8pPr>
            <a:lvl9pPr algn="l">
              <a:defRPr sz="2175" b="0">
                <a:solidFill>
                  <a:srgbClr val="223743"/>
                </a:solidFill>
                <a:latin typeface="맑은 고딕"/>
                <a:ea typeface="맑은 고딕"/>
                <a:cs typeface="맑은 고딕"/>
              </a:defRPr>
            </a:lvl9pPr>
          </a:lstStyle>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MLP·로지스틱·Random Forest의 초기 입력과 분할을 맞춘다</a:t>
            </a:r>
          </a:p>
        </p:txBody>
      </p:sp>
      <p:sp>
        <p:nvSpPr>
          <p:cNvPr id="7" name="">
            <a:extLst xmlns:a="http://schemas.openxmlformats.org/drawingml/2006/main">
              <a:ext uri="{FF2B5EF4-FFF2-40B4-BE49-F238E27FC236}">
                <a16:creationId xmlns:a16="http://schemas.microsoft.com/office/drawing/2014/main" id="{526BF305-BE7B-48E8-85B2-4C738F9F09FA}"/>
              </a:ext>
            </a:extLst>
          </p:cNvPr>
          <p:cNvSpPr>
            <a:spLocks xmlns:a="http://schemas.openxmlformats.org/drawingml/2006/main" noGrp="1"/>
          </p:cNvSpPr>
          <p:nvPr/>
        </p:nvSpPr>
        <p:spPr>
          <a:xfrm xmlns:a="http://schemas.openxmlformats.org/drawingml/2006/main">
            <a:off x="666750" y="39814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17A72"/>
                </a:solidFill>
                <a:latin typeface="맑은 고딕"/>
                <a:ea typeface="맑은 고딕"/>
                <a:cs typeface="맑은 고딕"/>
              </a:defRPr>
            </a:defPPr>
            <a:lvl1pPr algn="l">
              <a:defRPr sz="2175" b="1">
                <a:solidFill>
                  <a:srgbClr val="117A72"/>
                </a:solidFill>
                <a:latin typeface="맑은 고딕"/>
                <a:ea typeface="맑은 고딕"/>
                <a:cs typeface="맑은 고딕"/>
              </a:defRPr>
            </a:lvl1pPr>
            <a:lvl2pPr algn="l">
              <a:defRPr sz="2175" b="1">
                <a:solidFill>
                  <a:srgbClr val="117A72"/>
                </a:solidFill>
                <a:latin typeface="맑은 고딕"/>
                <a:ea typeface="맑은 고딕"/>
                <a:cs typeface="맑은 고딕"/>
              </a:defRPr>
            </a:lvl2pPr>
            <a:lvl3pPr algn="l">
              <a:defRPr sz="2175" b="1">
                <a:solidFill>
                  <a:srgbClr val="117A72"/>
                </a:solidFill>
                <a:latin typeface="맑은 고딕"/>
                <a:ea typeface="맑은 고딕"/>
                <a:cs typeface="맑은 고딕"/>
              </a:defRPr>
            </a:lvl3pPr>
            <a:lvl4pPr algn="l">
              <a:defRPr sz="2175" b="1">
                <a:solidFill>
                  <a:srgbClr val="117A72"/>
                </a:solidFill>
                <a:latin typeface="맑은 고딕"/>
                <a:ea typeface="맑은 고딕"/>
                <a:cs typeface="맑은 고딕"/>
              </a:defRPr>
            </a:lvl4pPr>
            <a:lvl5pPr algn="l">
              <a:defRPr sz="2175" b="1">
                <a:solidFill>
                  <a:srgbClr val="117A72"/>
                </a:solidFill>
                <a:latin typeface="맑은 고딕"/>
                <a:ea typeface="맑은 고딕"/>
                <a:cs typeface="맑은 고딕"/>
              </a:defRPr>
            </a:lvl5pPr>
            <a:lvl6pPr algn="l">
              <a:defRPr sz="2175" b="1">
                <a:solidFill>
                  <a:srgbClr val="117A72"/>
                </a:solidFill>
                <a:latin typeface="맑은 고딕"/>
                <a:ea typeface="맑은 고딕"/>
                <a:cs typeface="맑은 고딕"/>
              </a:defRPr>
            </a:lvl6pPr>
            <a:lvl7pPr algn="l">
              <a:defRPr sz="2175" b="1">
                <a:solidFill>
                  <a:srgbClr val="117A72"/>
                </a:solidFill>
                <a:latin typeface="맑은 고딕"/>
                <a:ea typeface="맑은 고딕"/>
                <a:cs typeface="맑은 고딕"/>
              </a:defRPr>
            </a:lvl7pPr>
            <a:lvl8pPr algn="l">
              <a:defRPr sz="2175" b="1">
                <a:solidFill>
                  <a:srgbClr val="117A72"/>
                </a:solidFill>
                <a:latin typeface="맑은 고딕"/>
                <a:ea typeface="맑은 고딕"/>
                <a:cs typeface="맑은 고딕"/>
              </a:defRPr>
            </a:lvl8pPr>
            <a:lvl9pPr algn="l">
              <a:defRPr sz="2175" b="1">
                <a:solidFill>
                  <a:srgbClr val="117A72"/>
                </a:solidFill>
                <a:latin typeface="맑은 고딕"/>
                <a:ea typeface="맑은 고딕"/>
                <a:cs typeface="맑은 고딕"/>
              </a:defRPr>
            </a:lvl9pPr>
          </a:lstStyle>
          <a:p xmlns:a="http://schemas.openxmlformats.org/drawingml/2006/main">
            <a:pPr algn="l">
              <a:defRPr sz="2175" b="1">
                <a:solidFill>
                  <a:srgbClr val="117A72"/>
                </a:solidFill>
                <a:latin typeface="맑은 고딕"/>
                <a:ea typeface="맑은 고딕"/>
                <a:cs typeface="맑은 고딕"/>
              </a:defRPr>
            </a:pPr>
            <a:r>
              <a:rPr sz="2175" b="1">
                <a:solidFill>
                  <a:srgbClr val="117A72"/>
                </a:solidFill>
                <a:latin typeface="맑은 고딕"/>
                <a:ea typeface="맑은 고딕"/>
                <a:cs typeface="맑은 고딕"/>
              </a:rPr>
              <a:t>상수 기준선</a:t>
            </a:r>
          </a:p>
        </p:txBody>
      </p:sp>
      <p:sp>
        <p:nvSpPr>
          <p:cNvPr id="8" name="">
            <a:extLst xmlns:a="http://schemas.openxmlformats.org/drawingml/2006/main">
              <a:ext uri="{FF2B5EF4-FFF2-40B4-BE49-F238E27FC236}">
                <a16:creationId xmlns:a16="http://schemas.microsoft.com/office/drawing/2014/main" id="{A515274A-20A1-4E41-8218-AB6DD8EFB517}"/>
              </a:ext>
            </a:extLst>
          </p:cNvPr>
          <p:cNvSpPr>
            <a:spLocks xmlns:a="http://schemas.openxmlformats.org/drawingml/2006/main" noGrp="1"/>
          </p:cNvSpPr>
          <p:nvPr/>
        </p:nvSpPr>
        <p:spPr>
          <a:xfrm xmlns:a="http://schemas.openxmlformats.org/drawingml/2006/main">
            <a:off x="3048000" y="3981450"/>
            <a:ext cx="8382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23743"/>
                </a:solidFill>
                <a:latin typeface="맑은 고딕"/>
                <a:ea typeface="맑은 고딕"/>
                <a:cs typeface="맑은 고딕"/>
              </a:defRPr>
            </a:defPPr>
            <a:lvl1pPr algn="l">
              <a:defRPr sz="2175" b="0">
                <a:solidFill>
                  <a:srgbClr val="223743"/>
                </a:solidFill>
                <a:latin typeface="맑은 고딕"/>
                <a:ea typeface="맑은 고딕"/>
                <a:cs typeface="맑은 고딕"/>
              </a:defRPr>
            </a:lvl1pPr>
            <a:lvl2pPr algn="l">
              <a:defRPr sz="2175" b="0">
                <a:solidFill>
                  <a:srgbClr val="223743"/>
                </a:solidFill>
                <a:latin typeface="맑은 고딕"/>
                <a:ea typeface="맑은 고딕"/>
                <a:cs typeface="맑은 고딕"/>
              </a:defRPr>
            </a:lvl2pPr>
            <a:lvl3pPr algn="l">
              <a:defRPr sz="2175" b="0">
                <a:solidFill>
                  <a:srgbClr val="223743"/>
                </a:solidFill>
                <a:latin typeface="맑은 고딕"/>
                <a:ea typeface="맑은 고딕"/>
                <a:cs typeface="맑은 고딕"/>
              </a:defRPr>
            </a:lvl3pPr>
            <a:lvl4pPr algn="l">
              <a:defRPr sz="2175" b="0">
                <a:solidFill>
                  <a:srgbClr val="223743"/>
                </a:solidFill>
                <a:latin typeface="맑은 고딕"/>
                <a:ea typeface="맑은 고딕"/>
                <a:cs typeface="맑은 고딕"/>
              </a:defRPr>
            </a:lvl4pPr>
            <a:lvl5pPr algn="l">
              <a:defRPr sz="2175" b="0">
                <a:solidFill>
                  <a:srgbClr val="223743"/>
                </a:solidFill>
                <a:latin typeface="맑은 고딕"/>
                <a:ea typeface="맑은 고딕"/>
                <a:cs typeface="맑은 고딕"/>
              </a:defRPr>
            </a:lvl5pPr>
            <a:lvl6pPr algn="l">
              <a:defRPr sz="2175" b="0">
                <a:solidFill>
                  <a:srgbClr val="223743"/>
                </a:solidFill>
                <a:latin typeface="맑은 고딕"/>
                <a:ea typeface="맑은 고딕"/>
                <a:cs typeface="맑은 고딕"/>
              </a:defRPr>
            </a:lvl6pPr>
            <a:lvl7pPr algn="l">
              <a:defRPr sz="2175" b="0">
                <a:solidFill>
                  <a:srgbClr val="223743"/>
                </a:solidFill>
                <a:latin typeface="맑은 고딕"/>
                <a:ea typeface="맑은 고딕"/>
                <a:cs typeface="맑은 고딕"/>
              </a:defRPr>
            </a:lvl7pPr>
            <a:lvl8pPr algn="l">
              <a:defRPr sz="2175" b="0">
                <a:solidFill>
                  <a:srgbClr val="223743"/>
                </a:solidFill>
                <a:latin typeface="맑은 고딕"/>
                <a:ea typeface="맑은 고딕"/>
                <a:cs typeface="맑은 고딕"/>
              </a:defRPr>
            </a:lvl8pPr>
            <a:lvl9pPr algn="l">
              <a:defRPr sz="2175" b="0">
                <a:solidFill>
                  <a:srgbClr val="223743"/>
                </a:solidFill>
                <a:latin typeface="맑은 고딕"/>
                <a:ea typeface="맑은 고딕"/>
                <a:cs typeface="맑은 고딕"/>
              </a:defRPr>
            </a:lvl9pPr>
          </a:lstStyle>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학습 자료의 파란 팀 승리 비율 48/83을 항상 출력한다</a:t>
            </a:r>
          </a:p>
        </p:txBody>
      </p:sp>
      <p:sp>
        <p:nvSpPr>
          <p:cNvPr id="9" name="">
            <a:extLst xmlns:a="http://schemas.openxmlformats.org/drawingml/2006/main">
              <a:ext uri="{FF2B5EF4-FFF2-40B4-BE49-F238E27FC236}">
                <a16:creationId xmlns:a16="http://schemas.microsoft.com/office/drawing/2014/main" id="{43013D5F-AB89-4AB2-8DE9-AC02C00BEE0F}"/>
              </a:ext>
            </a:extLst>
          </p:cNvPr>
          <p:cNvSpPr>
            <a:spLocks xmlns:a="http://schemas.openxmlformats.org/drawingml/2006/main" noGrp="1"/>
          </p:cNvSpPr>
          <p:nvPr/>
        </p:nvSpPr>
        <p:spPr>
          <a:xfrm xmlns:a="http://schemas.openxmlformats.org/drawingml/2006/main">
            <a:off x="666750" y="502920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17A72"/>
                </a:solidFill>
                <a:latin typeface="맑은 고딕"/>
                <a:ea typeface="맑은 고딕"/>
                <a:cs typeface="맑은 고딕"/>
              </a:defRPr>
            </a:defPPr>
            <a:lvl1pPr algn="l">
              <a:defRPr sz="2175" b="1">
                <a:solidFill>
                  <a:srgbClr val="117A72"/>
                </a:solidFill>
                <a:latin typeface="맑은 고딕"/>
                <a:ea typeface="맑은 고딕"/>
                <a:cs typeface="맑은 고딕"/>
              </a:defRPr>
            </a:lvl1pPr>
            <a:lvl2pPr algn="l">
              <a:defRPr sz="2175" b="1">
                <a:solidFill>
                  <a:srgbClr val="117A72"/>
                </a:solidFill>
                <a:latin typeface="맑은 고딕"/>
                <a:ea typeface="맑은 고딕"/>
                <a:cs typeface="맑은 고딕"/>
              </a:defRPr>
            </a:lvl2pPr>
            <a:lvl3pPr algn="l">
              <a:defRPr sz="2175" b="1">
                <a:solidFill>
                  <a:srgbClr val="117A72"/>
                </a:solidFill>
                <a:latin typeface="맑은 고딕"/>
                <a:ea typeface="맑은 고딕"/>
                <a:cs typeface="맑은 고딕"/>
              </a:defRPr>
            </a:lvl3pPr>
            <a:lvl4pPr algn="l">
              <a:defRPr sz="2175" b="1">
                <a:solidFill>
                  <a:srgbClr val="117A72"/>
                </a:solidFill>
                <a:latin typeface="맑은 고딕"/>
                <a:ea typeface="맑은 고딕"/>
                <a:cs typeface="맑은 고딕"/>
              </a:defRPr>
            </a:lvl4pPr>
            <a:lvl5pPr algn="l">
              <a:defRPr sz="2175" b="1">
                <a:solidFill>
                  <a:srgbClr val="117A72"/>
                </a:solidFill>
                <a:latin typeface="맑은 고딕"/>
                <a:ea typeface="맑은 고딕"/>
                <a:cs typeface="맑은 고딕"/>
              </a:defRPr>
            </a:lvl5pPr>
            <a:lvl6pPr algn="l">
              <a:defRPr sz="2175" b="1">
                <a:solidFill>
                  <a:srgbClr val="117A72"/>
                </a:solidFill>
                <a:latin typeface="맑은 고딕"/>
                <a:ea typeface="맑은 고딕"/>
                <a:cs typeface="맑은 고딕"/>
              </a:defRPr>
            </a:lvl6pPr>
            <a:lvl7pPr algn="l">
              <a:defRPr sz="2175" b="1">
                <a:solidFill>
                  <a:srgbClr val="117A72"/>
                </a:solidFill>
                <a:latin typeface="맑은 고딕"/>
                <a:ea typeface="맑은 고딕"/>
                <a:cs typeface="맑은 고딕"/>
              </a:defRPr>
            </a:lvl7pPr>
            <a:lvl8pPr algn="l">
              <a:defRPr sz="2175" b="1">
                <a:solidFill>
                  <a:srgbClr val="117A72"/>
                </a:solidFill>
                <a:latin typeface="맑은 고딕"/>
                <a:ea typeface="맑은 고딕"/>
                <a:cs typeface="맑은 고딕"/>
              </a:defRPr>
            </a:lvl8pPr>
            <a:lvl9pPr algn="l">
              <a:defRPr sz="2175" b="1">
                <a:solidFill>
                  <a:srgbClr val="117A72"/>
                </a:solidFill>
                <a:latin typeface="맑은 고딕"/>
                <a:ea typeface="맑은 고딕"/>
                <a:cs typeface="맑은 고딕"/>
              </a:defRPr>
            </a:lvl9pPr>
          </a:lstStyle>
          <a:p xmlns:a="http://schemas.openxmlformats.org/drawingml/2006/main">
            <a:pPr algn="l">
              <a:defRPr sz="2175" b="1">
                <a:solidFill>
                  <a:srgbClr val="117A72"/>
                </a:solidFill>
                <a:latin typeface="맑은 고딕"/>
                <a:ea typeface="맑은 고딕"/>
                <a:cs typeface="맑은 고딕"/>
              </a:defRPr>
            </a:pPr>
            <a:r>
              <a:rPr sz="2175" b="1">
                <a:solidFill>
                  <a:srgbClr val="117A72"/>
                </a:solidFill>
                <a:latin typeface="맑은 고딕"/>
                <a:ea typeface="맑은 고딕"/>
                <a:cs typeface="맑은 고딕"/>
              </a:rPr>
              <a:t>평가 지표</a:t>
            </a:r>
          </a:p>
        </p:txBody>
      </p:sp>
      <p:sp>
        <p:nvSpPr>
          <p:cNvPr id="10" name="">
            <a:extLst xmlns:a="http://schemas.openxmlformats.org/drawingml/2006/main">
              <a:ext uri="{FF2B5EF4-FFF2-40B4-BE49-F238E27FC236}">
                <a16:creationId xmlns:a16="http://schemas.microsoft.com/office/drawing/2014/main" id="{6D2A96B4-C23F-4D12-BA29-EB97E76FBF7A}"/>
              </a:ext>
            </a:extLst>
          </p:cNvPr>
          <p:cNvSpPr>
            <a:spLocks xmlns:a="http://schemas.openxmlformats.org/drawingml/2006/main" noGrp="1"/>
          </p:cNvSpPr>
          <p:nvPr/>
        </p:nvSpPr>
        <p:spPr>
          <a:xfrm xmlns:a="http://schemas.openxmlformats.org/drawingml/2006/main">
            <a:off x="3048000" y="5029200"/>
            <a:ext cx="8382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23743"/>
                </a:solidFill>
                <a:latin typeface="맑은 고딕"/>
                <a:ea typeface="맑은 고딕"/>
                <a:cs typeface="맑은 고딕"/>
              </a:defRPr>
            </a:defPPr>
            <a:lvl1pPr algn="l">
              <a:defRPr sz="2175" b="0">
                <a:solidFill>
                  <a:srgbClr val="223743"/>
                </a:solidFill>
                <a:latin typeface="맑은 고딕"/>
                <a:ea typeface="맑은 고딕"/>
                <a:cs typeface="맑은 고딕"/>
              </a:defRPr>
            </a:lvl1pPr>
            <a:lvl2pPr algn="l">
              <a:defRPr sz="2175" b="0">
                <a:solidFill>
                  <a:srgbClr val="223743"/>
                </a:solidFill>
                <a:latin typeface="맑은 고딕"/>
                <a:ea typeface="맑은 고딕"/>
                <a:cs typeface="맑은 고딕"/>
              </a:defRPr>
            </a:lvl2pPr>
            <a:lvl3pPr algn="l">
              <a:defRPr sz="2175" b="0">
                <a:solidFill>
                  <a:srgbClr val="223743"/>
                </a:solidFill>
                <a:latin typeface="맑은 고딕"/>
                <a:ea typeface="맑은 고딕"/>
                <a:cs typeface="맑은 고딕"/>
              </a:defRPr>
            </a:lvl3pPr>
            <a:lvl4pPr algn="l">
              <a:defRPr sz="2175" b="0">
                <a:solidFill>
                  <a:srgbClr val="223743"/>
                </a:solidFill>
                <a:latin typeface="맑은 고딕"/>
                <a:ea typeface="맑은 고딕"/>
                <a:cs typeface="맑은 고딕"/>
              </a:defRPr>
            </a:lvl4pPr>
            <a:lvl5pPr algn="l">
              <a:defRPr sz="2175" b="0">
                <a:solidFill>
                  <a:srgbClr val="223743"/>
                </a:solidFill>
                <a:latin typeface="맑은 고딕"/>
                <a:ea typeface="맑은 고딕"/>
                <a:cs typeface="맑은 고딕"/>
              </a:defRPr>
            </a:lvl5pPr>
            <a:lvl6pPr algn="l">
              <a:defRPr sz="2175" b="0">
                <a:solidFill>
                  <a:srgbClr val="223743"/>
                </a:solidFill>
                <a:latin typeface="맑은 고딕"/>
                <a:ea typeface="맑은 고딕"/>
                <a:cs typeface="맑은 고딕"/>
              </a:defRPr>
            </a:lvl6pPr>
            <a:lvl7pPr algn="l">
              <a:defRPr sz="2175" b="0">
                <a:solidFill>
                  <a:srgbClr val="223743"/>
                </a:solidFill>
                <a:latin typeface="맑은 고딕"/>
                <a:ea typeface="맑은 고딕"/>
                <a:cs typeface="맑은 고딕"/>
              </a:defRPr>
            </a:lvl7pPr>
            <a:lvl8pPr algn="l">
              <a:defRPr sz="2175" b="0">
                <a:solidFill>
                  <a:srgbClr val="223743"/>
                </a:solidFill>
                <a:latin typeface="맑은 고딕"/>
                <a:ea typeface="맑은 고딕"/>
                <a:cs typeface="맑은 고딕"/>
              </a:defRPr>
            </a:lvl8pPr>
            <a:lvl9pPr algn="l">
              <a:defRPr sz="2175" b="0">
                <a:solidFill>
                  <a:srgbClr val="223743"/>
                </a:solidFill>
                <a:latin typeface="맑은 고딕"/>
                <a:ea typeface="맑은 고딕"/>
                <a:cs typeface="맑은 고딕"/>
              </a:defRPr>
            </a:lvl9pPr>
          </a:lstStyle>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정확도 · ROC-AUC · Brier 점수(확률 제곱오차)</a:t>
            </a:r>
          </a:p>
        </p:txBody>
      </p:sp>
      <p:sp>
        <p:nvSpPr>
          <p:cNvPr id="11" name="">
            <a:extLst xmlns:a="http://schemas.openxmlformats.org/drawingml/2006/main">
              <a:ext uri="{FF2B5EF4-FFF2-40B4-BE49-F238E27FC236}">
                <a16:creationId xmlns:a16="http://schemas.microsoft.com/office/drawing/2014/main" id="{68CA3AFB-0AED-489B-9D1B-92CAA8F8FF85}"/>
              </a:ext>
            </a:extLst>
          </p:cNvPr>
          <p:cNvSpPr>
            <a:spLocks xmlns:a="http://schemas.openxmlformats.org/drawingml/2006/main" noGrp="1"/>
          </p:cNvSpPr>
          <p:nvPr/>
        </p:nvSpPr>
        <p:spPr>
          <a:xfrm xmlns:a="http://schemas.openxmlformats.org/drawingml/2006/main">
            <a:off x="685800" y="59340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C6D75"/>
                </a:solidFill>
                <a:latin typeface="맑은 고딕"/>
                <a:ea typeface="맑은 고딕"/>
                <a:cs typeface="맑은 고딕"/>
              </a:defRPr>
            </a:defPPr>
            <a:lvl1pPr algn="l">
              <a:defRPr sz="1800" b="0">
                <a:solidFill>
                  <a:srgbClr val="5C6D75"/>
                </a:solidFill>
                <a:latin typeface="맑은 고딕"/>
                <a:ea typeface="맑은 고딕"/>
                <a:cs typeface="맑은 고딕"/>
              </a:defRPr>
            </a:lvl1pPr>
            <a:lvl2pPr algn="l">
              <a:defRPr sz="1800" b="0">
                <a:solidFill>
                  <a:srgbClr val="5C6D75"/>
                </a:solidFill>
                <a:latin typeface="맑은 고딕"/>
                <a:ea typeface="맑은 고딕"/>
                <a:cs typeface="맑은 고딕"/>
              </a:defRPr>
            </a:lvl2pPr>
            <a:lvl3pPr algn="l">
              <a:defRPr sz="1800" b="0">
                <a:solidFill>
                  <a:srgbClr val="5C6D75"/>
                </a:solidFill>
                <a:latin typeface="맑은 고딕"/>
                <a:ea typeface="맑은 고딕"/>
                <a:cs typeface="맑은 고딕"/>
              </a:defRPr>
            </a:lvl3pPr>
            <a:lvl4pPr algn="l">
              <a:defRPr sz="1800" b="0">
                <a:solidFill>
                  <a:srgbClr val="5C6D75"/>
                </a:solidFill>
                <a:latin typeface="맑은 고딕"/>
                <a:ea typeface="맑은 고딕"/>
                <a:cs typeface="맑은 고딕"/>
              </a:defRPr>
            </a:lvl4pPr>
            <a:lvl5pPr algn="l">
              <a:defRPr sz="1800" b="0">
                <a:solidFill>
                  <a:srgbClr val="5C6D75"/>
                </a:solidFill>
                <a:latin typeface="맑은 고딕"/>
                <a:ea typeface="맑은 고딕"/>
                <a:cs typeface="맑은 고딕"/>
              </a:defRPr>
            </a:lvl5pPr>
            <a:lvl6pPr algn="l">
              <a:defRPr sz="1800" b="0">
                <a:solidFill>
                  <a:srgbClr val="5C6D75"/>
                </a:solidFill>
                <a:latin typeface="맑은 고딕"/>
                <a:ea typeface="맑은 고딕"/>
                <a:cs typeface="맑은 고딕"/>
              </a:defRPr>
            </a:lvl6pPr>
            <a:lvl7pPr algn="l">
              <a:defRPr sz="1800" b="0">
                <a:solidFill>
                  <a:srgbClr val="5C6D75"/>
                </a:solidFill>
                <a:latin typeface="맑은 고딕"/>
                <a:ea typeface="맑은 고딕"/>
                <a:cs typeface="맑은 고딕"/>
              </a:defRPr>
            </a:lvl7pPr>
            <a:lvl8pPr algn="l">
              <a:defRPr sz="1800" b="0">
                <a:solidFill>
                  <a:srgbClr val="5C6D75"/>
                </a:solidFill>
                <a:latin typeface="맑은 고딕"/>
                <a:ea typeface="맑은 고딕"/>
                <a:cs typeface="맑은 고딕"/>
              </a:defRPr>
            </a:lvl8pPr>
            <a:lvl9pPr algn="l">
              <a:defRPr sz="1800" b="0">
                <a:solidFill>
                  <a:srgbClr val="5C6D75"/>
                </a:solidFill>
                <a:latin typeface="맑은 고딕"/>
                <a:ea typeface="맑은 고딕"/>
                <a:cs typeface="맑은 고딕"/>
              </a:defRPr>
            </a:lvl9pPr>
          </a:lstStyle>
          <a:p xmlns:a="http://schemas.openxmlformats.org/drawingml/2006/main">
            <a:pPr algn="l">
              <a:defRPr sz="1800" b="0">
                <a:solidFill>
                  <a:srgbClr val="5C6D75"/>
                </a:solidFill>
                <a:latin typeface="맑은 고딕"/>
                <a:ea typeface="맑은 고딕"/>
                <a:cs typeface="맑은 고딕"/>
              </a:defRPr>
            </a:pPr>
            <a:r>
              <a:rPr sz="1800" b="0">
                <a:solidFill>
                  <a:srgbClr val="5C6D75"/>
                </a:solidFill>
                <a:latin typeface="맑은 고딕"/>
                <a:ea typeface="맑은 고딕"/>
                <a:cs typeface="맑은 고딕"/>
              </a:rPr>
              <a:t>평가셋은 이전 실험에서 본 자료를 재사용했으므로 탐색적 비교로 해석한다</a:t>
            </a:r>
          </a:p>
        </p:txBody>
      </p:sp>
    </p:spTree>
    <p:extLst>
      <p:ext uri="{BB962C8B-B14F-4D97-AF65-F5344CB8AC3E}">
        <p14:creationId xmlns:p14="http://schemas.microsoft.com/office/powerpoint/2010/main" val="10258431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EA4DEC9-CADB-497F-A7D9-C6E2A1E98ACD}"/>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최초 MLP 실험의 평가 결과</a:t>
            </a:r>
          </a:p>
        </p:txBody>
      </p:sp>
      <p:sp>
        <p:nvSpPr>
          <p:cNvPr id="3" name="">
            <a:extLst xmlns:a="http://schemas.openxmlformats.org/drawingml/2006/main">
              <a:ext uri="{FF2B5EF4-FFF2-40B4-BE49-F238E27FC236}">
                <a16:creationId xmlns:a16="http://schemas.microsoft.com/office/drawing/2014/main" id="{0729F51E-D594-4C58-B7FC-FF25918ED05D}"/>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08</a:t>
            </a:r>
          </a:p>
        </p:txBody>
      </p:sp>
      <p:sp>
        <p:nvSpPr>
          <p:cNvPr id="4" name="">
            <a:extLst xmlns:a="http://schemas.openxmlformats.org/drawingml/2006/main">
              <a:ext uri="{FF2B5EF4-FFF2-40B4-BE49-F238E27FC236}">
                <a16:creationId xmlns:a16="http://schemas.microsoft.com/office/drawing/2014/main" id="{A9E9736D-2F36-4B8A-AF6E-B01DC368388C}"/>
              </a:ext>
            </a:extLst>
          </p:cNvPr>
          <p:cNvSpPr>
            <a:spLocks xmlns:a="http://schemas.openxmlformats.org/drawingml/2006/main" noGrp="1"/>
          </p:cNvSpPr>
          <p:nvPr/>
        </p:nvSpPr>
        <p:spPr>
          <a:xfrm xmlns:a="http://schemas.openxmlformats.org/drawingml/2006/main">
            <a:off x="685800" y="1438275"/>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17A72"/>
                </a:solidFill>
                <a:latin typeface="맑은 고딕"/>
                <a:ea typeface="맑은 고딕"/>
                <a:cs typeface="맑은 고딕"/>
              </a:defRPr>
            </a:defPPr>
            <a:lvl1pPr algn="l">
              <a:defRPr sz="2100" b="1">
                <a:solidFill>
                  <a:srgbClr val="117A72"/>
                </a:solidFill>
                <a:latin typeface="맑은 고딕"/>
                <a:ea typeface="맑은 고딕"/>
                <a:cs typeface="맑은 고딕"/>
              </a:defRPr>
            </a:lvl1pPr>
            <a:lvl2pPr algn="l">
              <a:defRPr sz="2100" b="1">
                <a:solidFill>
                  <a:srgbClr val="117A72"/>
                </a:solidFill>
                <a:latin typeface="맑은 고딕"/>
                <a:ea typeface="맑은 고딕"/>
                <a:cs typeface="맑은 고딕"/>
              </a:defRPr>
            </a:lvl2pPr>
            <a:lvl3pPr algn="l">
              <a:defRPr sz="2100" b="1">
                <a:solidFill>
                  <a:srgbClr val="117A72"/>
                </a:solidFill>
                <a:latin typeface="맑은 고딕"/>
                <a:ea typeface="맑은 고딕"/>
                <a:cs typeface="맑은 고딕"/>
              </a:defRPr>
            </a:lvl3pPr>
            <a:lvl4pPr algn="l">
              <a:defRPr sz="2100" b="1">
                <a:solidFill>
                  <a:srgbClr val="117A72"/>
                </a:solidFill>
                <a:latin typeface="맑은 고딕"/>
                <a:ea typeface="맑은 고딕"/>
                <a:cs typeface="맑은 고딕"/>
              </a:defRPr>
            </a:lvl4pPr>
            <a:lvl5pPr algn="l">
              <a:defRPr sz="2100" b="1">
                <a:solidFill>
                  <a:srgbClr val="117A72"/>
                </a:solidFill>
                <a:latin typeface="맑은 고딕"/>
                <a:ea typeface="맑은 고딕"/>
                <a:cs typeface="맑은 고딕"/>
              </a:defRPr>
            </a:lvl5pPr>
            <a:lvl6pPr algn="l">
              <a:defRPr sz="2100" b="1">
                <a:solidFill>
                  <a:srgbClr val="117A72"/>
                </a:solidFill>
                <a:latin typeface="맑은 고딕"/>
                <a:ea typeface="맑은 고딕"/>
                <a:cs typeface="맑은 고딕"/>
              </a:defRPr>
            </a:lvl6pPr>
            <a:lvl7pPr algn="l">
              <a:defRPr sz="2100" b="1">
                <a:solidFill>
                  <a:srgbClr val="117A72"/>
                </a:solidFill>
                <a:latin typeface="맑은 고딕"/>
                <a:ea typeface="맑은 고딕"/>
                <a:cs typeface="맑은 고딕"/>
              </a:defRPr>
            </a:lvl7pPr>
            <a:lvl8pPr algn="l">
              <a:defRPr sz="2100" b="1">
                <a:solidFill>
                  <a:srgbClr val="117A72"/>
                </a:solidFill>
                <a:latin typeface="맑은 고딕"/>
                <a:ea typeface="맑은 고딕"/>
                <a:cs typeface="맑은 고딕"/>
              </a:defRPr>
            </a:lvl8pPr>
            <a:lvl9pPr algn="l">
              <a:defRPr sz="2100" b="1">
                <a:solidFill>
                  <a:srgbClr val="117A72"/>
                </a:solidFill>
                <a:latin typeface="맑은 고딕"/>
                <a:ea typeface="맑은 고딕"/>
                <a:cs typeface="맑은 고딕"/>
              </a:defRPr>
            </a:lvl9pPr>
          </a:lstStyle>
          <a:p xmlns:a="http://schemas.openxmlformats.org/drawingml/2006/main">
            <a:pPr algn="l">
              <a:defRPr sz="2100" b="1">
                <a:solidFill>
                  <a:srgbClr val="117A72"/>
                </a:solidFill>
                <a:latin typeface="맑은 고딕"/>
                <a:ea typeface="맑은 고딕"/>
                <a:cs typeface="맑은 고딕"/>
              </a:defRPr>
            </a:pPr>
            <a:r>
              <a:rPr sz="2100" b="1">
                <a:solidFill>
                  <a:srgbClr val="117A72"/>
                </a:solidFill>
                <a:latin typeface="맑은 고딕"/>
                <a:ea typeface="맑은 고딕"/>
                <a:cs typeface="맑은 고딕"/>
              </a:rPr>
              <a:t>정확도</a:t>
            </a:r>
          </a:p>
        </p:txBody>
      </p:sp>
      <p:graphicFrame>
        <p:nvGraphicFramePr>
          <p:cNvPr id="5" name="Chart">
            <a:extLst xmlns:a="http://schemas.openxmlformats.org/drawingml/2006/main">
              <a:ext uri="{FF2B5EF4-FFF2-40B4-BE49-F238E27FC236}">
                <a16:creationId xmlns:a16="http://schemas.microsoft.com/office/drawing/2014/main" id="{80338B38-1510-41E2-B3E8-A9345CA3E498}"/>
              </a:ext>
            </a:extLst>
          </p:cNvPr>
          <p:cNvGraphicFramePr/>
          <p:nvPr/>
        </p:nvGraphicFramePr>
        <p:xfrm>
          <a:off xmlns:a="http://schemas.openxmlformats.org/drawingml/2006/main" x="571500" y="1981200"/>
          <a:ext xmlns:a="http://schemas.openxmlformats.org/drawingml/2006/main" cx="5791200" cy="3333750"/>
        </p:xfrm>
        <a:graphic xmlns:a="http://schemas.openxmlformats.org/drawingml/2006/main">
          <a:graphicData uri="http://schemas.openxmlformats.org/drawingml/2006/chart">
            <c:chart xmlns:r="http://schemas.openxmlformats.org/officeDocument/2006/relationships" xmlns:c="http://schemas.openxmlformats.org/drawingml/2006/chart" r:id="Rbaeac090f2fb4017"/>
          </a:graphicData>
        </a:graphic>
      </p:graphicFrame>
      <p:graphicFrame>
        <p:nvGraphicFramePr>
          <p:cNvPr id="6" name="">
            <a:extLst xmlns:a="http://schemas.openxmlformats.org/drawingml/2006/main">
              <a:ext uri="{FF2B5EF4-FFF2-40B4-BE49-F238E27FC236}">
                <a16:creationId xmlns:a16="http://schemas.microsoft.com/office/drawing/2014/main" id="{B7EE95C4-8ED2-4300-AF0D-99F63A309460}"/>
              </a:ext>
            </a:extLst>
          </p:cNvPr>
          <p:cNvGraphicFramePr/>
          <p:nvPr/>
        </p:nvGraphicFramePr>
        <p:xfrm>
          <a:off xmlns:a="http://schemas.openxmlformats.org/drawingml/2006/main" x="6648450" y="2028825"/>
          <a:ext xmlns:a="http://schemas.openxmlformats.org/drawingml/2006/main" cx="4857750" cy="2667000"/>
        </p:xfrm>
        <a:graphic xmlns:a="http://schemas.openxmlformats.org/drawingml/2006/main">
          <a:graphicData uri="http://schemas.openxmlformats.org/drawingml/2006/table">
            <a:tbl>
              <a:tblPr/>
              <a:tblGrid>
                <a:gridCol w="1238250"/>
                <a:gridCol w="1257300"/>
                <a:gridCol w="1333500"/>
                <a:gridCol w="1028700"/>
              </a:tblGrid>
              <a:tr h="666750">
                <a:tc>
                  <a:txBody>
                    <a:bodyPr lIns="95250" tIns="95250" rIns="95250" bIns="95250"/>
                    <a:lstStyle/>
                    <a:p>
                      <a:pPr algn="l"/>
                      <a:r>
                        <a:rPr sz="1650" b="1">
                          <a:solidFill>
                            <a:srgbClr val="FFFFFF"/>
                          </a:solidFill>
                          <a:latin typeface="맑은 고딕"/>
                          <a:ea typeface="맑은 고딕"/>
                          <a:cs typeface="맑은 고딕"/>
                        </a:rPr>
                        <a:t>모형</a:t>
                      </a:r>
                    </a:p>
                  </a:txBody>
                  <a:tcPr marL="91440" marR="91440" marT="45720" marB="45720" anchor="ctr">
                    <a:lnL w="9525">
                      <a:solidFill>
                        <a:srgbClr val="DCE4E5"/>
                      </a:solidFill>
                      <a:prstDash val="solid"/>
                    </a:lnL>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c>
                  <a:txBody>
                    <a:bodyPr lIns="95250" tIns="95250" rIns="95250" bIns="95250"/>
                    <a:lstStyle/>
                    <a:p>
                      <a:pPr algn="ctr"/>
                      <a:r>
                        <a:rPr sz="1650" b="1">
                          <a:solidFill>
                            <a:srgbClr val="FFFFFF"/>
                          </a:solidFill>
                          <a:latin typeface="맑은 고딕"/>
                          <a:ea typeface="맑은 고딕"/>
                          <a:cs typeface="맑은 고딕"/>
                        </a:rPr>
                        <a:t>ROC-AUC</a:t>
                      </a:r>
                    </a:p>
                  </a:txBody>
                  <a:tcPr marL="91440" marR="91440" marT="45720" marB="45720" anchor="ctr">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c>
                  <a:txBody>
                    <a:bodyPr lIns="95250" tIns="95250" rIns="95250" bIns="95250"/>
                    <a:lstStyle/>
                    <a:p>
                      <a:pPr algn="ctr"/>
                      <a:r>
                        <a:rPr sz="1650" b="1">
                          <a:solidFill>
                            <a:srgbClr val="FFFFFF"/>
                          </a:solidFill>
                          <a:latin typeface="맑은 고딕"/>
                          <a:ea typeface="맑은 고딕"/>
                          <a:cs typeface="맑은 고딕"/>
                        </a:rPr>
                        <a:t>Brier</a:t>
                      </a:r>
                    </a:p>
                  </a:txBody>
                  <a:tcPr marL="91440" marR="91440" marT="45720" marB="45720" anchor="ctr">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c>
                  <a:txBody>
                    <a:bodyPr lIns="95250" tIns="95250" rIns="95250" bIns="95250"/>
                    <a:lstStyle/>
                    <a:p>
                      <a:pPr algn="ctr"/>
                      <a:r>
                        <a:rPr sz="1650" b="1">
                          <a:solidFill>
                            <a:srgbClr val="FFFFFF"/>
                          </a:solidFill>
                          <a:latin typeface="맑은 고딕"/>
                          <a:ea typeface="맑은 고딕"/>
                          <a:cs typeface="맑은 고딕"/>
                        </a:rPr>
                        <a:t>정답 수</a:t>
                      </a:r>
                    </a:p>
                  </a:txBody>
                  <a:tcPr marL="91440" marR="91440" marT="45720" marB="45720" anchor="ctr">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r>
              <a:tr h="666750">
                <a:tc>
                  <a:txBody>
                    <a:bodyPr lIns="95250" tIns="95250" rIns="95250" bIns="95250"/>
                    <a:lstStyle/>
                    <a:p>
                      <a:pPr algn="l"/>
                      <a:r>
                        <a:rPr sz="1650" b="0">
                          <a:solidFill>
                            <a:srgbClr val="223743"/>
                          </a:solidFill>
                          <a:latin typeface="맑은 고딕"/>
                          <a:ea typeface="맑은 고딕"/>
                          <a:cs typeface="맑은 고딕"/>
                        </a:rPr>
                        <a:t>MLP</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650" b="0">
                          <a:solidFill>
                            <a:srgbClr val="223743"/>
                          </a:solidFill>
                          <a:latin typeface="맑은 고딕"/>
                          <a:ea typeface="맑은 고딕"/>
                          <a:cs typeface="맑은 고딕"/>
                        </a:rPr>
                        <a:t>0.49091</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650" b="0">
                          <a:solidFill>
                            <a:srgbClr val="223743"/>
                          </a:solidFill>
                          <a:latin typeface="맑은 고딕"/>
                          <a:ea typeface="맑은 고딕"/>
                          <a:cs typeface="맑은 고딕"/>
                        </a:rPr>
                        <a:t>0.372683</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650" b="0">
                          <a:solidFill>
                            <a:srgbClr val="223743"/>
                          </a:solidFill>
                          <a:latin typeface="맑은 고딕"/>
                          <a:ea typeface="맑은 고딕"/>
                          <a:cs typeface="맑은 고딕"/>
                        </a:rPr>
                        <a:t>10/21</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r h="666750">
                <a:tc>
                  <a:txBody>
                    <a:bodyPr lIns="95250" tIns="95250" rIns="95250" bIns="95250"/>
                    <a:lstStyle/>
                    <a:p>
                      <a:pPr algn="l"/>
                      <a:r>
                        <a:rPr sz="1650" b="0">
                          <a:solidFill>
                            <a:srgbClr val="223743"/>
                          </a:solidFill>
                          <a:latin typeface="맑은 고딕"/>
                          <a:ea typeface="맑은 고딕"/>
                          <a:cs typeface="맑은 고딕"/>
                        </a:rPr>
                        <a:t>로지스틱</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650" b="0">
                          <a:solidFill>
                            <a:srgbClr val="223743"/>
                          </a:solidFill>
                          <a:latin typeface="맑은 고딕"/>
                          <a:ea typeface="맑은 고딕"/>
                          <a:cs typeface="맑은 고딕"/>
                        </a:rPr>
                        <a:t>0.60909</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650" b="0">
                          <a:solidFill>
                            <a:srgbClr val="223743"/>
                          </a:solidFill>
                          <a:latin typeface="맑은 고딕"/>
                          <a:ea typeface="맑은 고딕"/>
                          <a:cs typeface="맑은 고딕"/>
                        </a:rPr>
                        <a:t>0.263561</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650" b="0">
                          <a:solidFill>
                            <a:srgbClr val="223743"/>
                          </a:solidFill>
                          <a:latin typeface="맑은 고딕"/>
                          <a:ea typeface="맑은 고딕"/>
                          <a:cs typeface="맑은 고딕"/>
                        </a:rPr>
                        <a:t>12/21</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r h="666750">
                <a:tc>
                  <a:txBody>
                    <a:bodyPr lIns="95250" tIns="95250" rIns="95250" bIns="95250"/>
                    <a:lstStyle/>
                    <a:p>
                      <a:pPr algn="l"/>
                      <a:r>
                        <a:rPr sz="1650" b="0">
                          <a:solidFill>
                            <a:srgbClr val="223743"/>
                          </a:solidFill>
                          <a:latin typeface="맑은 고딕"/>
                          <a:ea typeface="맑은 고딕"/>
                          <a:cs typeface="맑은 고딕"/>
                        </a:rPr>
                        <a:t>상수</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650" b="0">
                          <a:solidFill>
                            <a:srgbClr val="223743"/>
                          </a:solidFill>
                          <a:latin typeface="맑은 고딕"/>
                          <a:ea typeface="맑은 고딕"/>
                          <a:cs typeface="맑은 고딕"/>
                        </a:rPr>
                        <a:t>0.50000</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650" b="0">
                          <a:solidFill>
                            <a:srgbClr val="223743"/>
                          </a:solidFill>
                          <a:latin typeface="맑은 고딕"/>
                          <a:ea typeface="맑은 고딕"/>
                          <a:cs typeface="맑은 고딕"/>
                        </a:rPr>
                        <a:t>0.259862</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650" b="0">
                          <a:solidFill>
                            <a:srgbClr val="223743"/>
                          </a:solidFill>
                          <a:latin typeface="맑은 고딕"/>
                          <a:ea typeface="맑은 고딕"/>
                          <a:cs typeface="맑은 고딕"/>
                        </a:rPr>
                        <a:t>10/21</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D3DD299-B8D3-4069-9947-401F06858FCE}"/>
              </a:ext>
            </a:extLst>
          </p:cNvPr>
          <p:cNvSpPr>
            <a:spLocks xmlns:a="http://schemas.openxmlformats.org/drawingml/2006/main" noGrp="1"/>
          </p:cNvSpPr>
          <p:nvPr/>
        </p:nvSpPr>
        <p:spPr>
          <a:xfrm xmlns:a="http://schemas.openxmlformats.org/drawingml/2006/main">
            <a:off x="6734175" y="4991100"/>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C6D75"/>
                </a:solidFill>
                <a:latin typeface="맑은 고딕"/>
                <a:ea typeface="맑은 고딕"/>
                <a:cs typeface="맑은 고딕"/>
              </a:defRPr>
            </a:defPPr>
            <a:lvl1pPr algn="l">
              <a:defRPr sz="1875" b="0">
                <a:solidFill>
                  <a:srgbClr val="5C6D75"/>
                </a:solidFill>
                <a:latin typeface="맑은 고딕"/>
                <a:ea typeface="맑은 고딕"/>
                <a:cs typeface="맑은 고딕"/>
              </a:defRPr>
            </a:lvl1pPr>
            <a:lvl2pPr algn="l">
              <a:defRPr sz="1875" b="0">
                <a:solidFill>
                  <a:srgbClr val="5C6D75"/>
                </a:solidFill>
                <a:latin typeface="맑은 고딕"/>
                <a:ea typeface="맑은 고딕"/>
                <a:cs typeface="맑은 고딕"/>
              </a:defRPr>
            </a:lvl2pPr>
            <a:lvl3pPr algn="l">
              <a:defRPr sz="1875" b="0">
                <a:solidFill>
                  <a:srgbClr val="5C6D75"/>
                </a:solidFill>
                <a:latin typeface="맑은 고딕"/>
                <a:ea typeface="맑은 고딕"/>
                <a:cs typeface="맑은 고딕"/>
              </a:defRPr>
            </a:lvl3pPr>
            <a:lvl4pPr algn="l">
              <a:defRPr sz="1875" b="0">
                <a:solidFill>
                  <a:srgbClr val="5C6D75"/>
                </a:solidFill>
                <a:latin typeface="맑은 고딕"/>
                <a:ea typeface="맑은 고딕"/>
                <a:cs typeface="맑은 고딕"/>
              </a:defRPr>
            </a:lvl4pPr>
            <a:lvl5pPr algn="l">
              <a:defRPr sz="1875" b="0">
                <a:solidFill>
                  <a:srgbClr val="5C6D75"/>
                </a:solidFill>
                <a:latin typeface="맑은 고딕"/>
                <a:ea typeface="맑은 고딕"/>
                <a:cs typeface="맑은 고딕"/>
              </a:defRPr>
            </a:lvl5pPr>
            <a:lvl6pPr algn="l">
              <a:defRPr sz="1875" b="0">
                <a:solidFill>
                  <a:srgbClr val="5C6D75"/>
                </a:solidFill>
                <a:latin typeface="맑은 고딕"/>
                <a:ea typeface="맑은 고딕"/>
                <a:cs typeface="맑은 고딕"/>
              </a:defRPr>
            </a:lvl6pPr>
            <a:lvl7pPr algn="l">
              <a:defRPr sz="1875" b="0">
                <a:solidFill>
                  <a:srgbClr val="5C6D75"/>
                </a:solidFill>
                <a:latin typeface="맑은 고딕"/>
                <a:ea typeface="맑은 고딕"/>
                <a:cs typeface="맑은 고딕"/>
              </a:defRPr>
            </a:lvl7pPr>
            <a:lvl8pPr algn="l">
              <a:defRPr sz="1875" b="0">
                <a:solidFill>
                  <a:srgbClr val="5C6D75"/>
                </a:solidFill>
                <a:latin typeface="맑은 고딕"/>
                <a:ea typeface="맑은 고딕"/>
                <a:cs typeface="맑은 고딕"/>
              </a:defRPr>
            </a:lvl8pPr>
            <a:lvl9pPr algn="l">
              <a:defRPr sz="1875" b="0">
                <a:solidFill>
                  <a:srgbClr val="5C6D75"/>
                </a:solidFill>
                <a:latin typeface="맑은 고딕"/>
                <a:ea typeface="맑은 고딕"/>
                <a:cs typeface="맑은 고딕"/>
              </a:defRPr>
            </a:lvl9pPr>
          </a:lstStyle>
          <a:p xmlns:a="http://schemas.openxmlformats.org/drawingml/2006/main">
            <a:pPr algn="l">
              <a:defRPr sz="1875" b="0">
                <a:solidFill>
                  <a:srgbClr val="5C6D75"/>
                </a:solidFill>
                <a:latin typeface="맑은 고딕"/>
                <a:ea typeface="맑은 고딕"/>
                <a:cs typeface="맑은 고딕"/>
              </a:defRPr>
            </a:pPr>
            <a:r>
              <a:rPr sz="1875" b="0">
                <a:solidFill>
                  <a:srgbClr val="5C6D75"/>
                </a:solidFill>
                <a:latin typeface="맑은 고딕"/>
                <a:ea typeface="맑은 고딕"/>
                <a:cs typeface="맑은 고딕"/>
              </a:rPr>
              <a:t>Brier는 낮을수록 좋음</a:t>
            </a:r>
          </a:p>
        </p:txBody>
      </p:sp>
      <p:sp>
        <p:nvSpPr>
          <p:cNvPr id="8" name="">
            <a:extLst xmlns:a="http://schemas.openxmlformats.org/drawingml/2006/main">
              <a:ext uri="{FF2B5EF4-FFF2-40B4-BE49-F238E27FC236}">
                <a16:creationId xmlns:a16="http://schemas.microsoft.com/office/drawing/2014/main" id="{BDAB5820-29D6-4E6D-8E11-51AC4125BA3E}"/>
              </a:ext>
            </a:extLst>
          </p:cNvPr>
          <p:cNvSpPr>
            <a:spLocks xmlns:a="http://schemas.openxmlformats.org/drawingml/2006/main" noGrp="1"/>
          </p:cNvSpPr>
          <p:nvPr/>
        </p:nvSpPr>
        <p:spPr>
          <a:xfrm xmlns:a="http://schemas.openxmlformats.org/drawingml/2006/main">
            <a:off x="685800" y="57816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1">
                <a:solidFill>
                  <a:srgbClr val="132B3B"/>
                </a:solidFill>
                <a:latin typeface="맑은 고딕"/>
                <a:ea typeface="맑은 고딕"/>
                <a:cs typeface="맑은 고딕"/>
              </a:defRPr>
            </a:defPPr>
            <a:lvl1pPr algn="l">
              <a:defRPr sz="2325" b="1">
                <a:solidFill>
                  <a:srgbClr val="132B3B"/>
                </a:solidFill>
                <a:latin typeface="맑은 고딕"/>
                <a:ea typeface="맑은 고딕"/>
                <a:cs typeface="맑은 고딕"/>
              </a:defRPr>
            </a:lvl1pPr>
            <a:lvl2pPr algn="l">
              <a:defRPr sz="2325" b="1">
                <a:solidFill>
                  <a:srgbClr val="132B3B"/>
                </a:solidFill>
                <a:latin typeface="맑은 고딕"/>
                <a:ea typeface="맑은 고딕"/>
                <a:cs typeface="맑은 고딕"/>
              </a:defRPr>
            </a:lvl2pPr>
            <a:lvl3pPr algn="l">
              <a:defRPr sz="2325" b="1">
                <a:solidFill>
                  <a:srgbClr val="132B3B"/>
                </a:solidFill>
                <a:latin typeface="맑은 고딕"/>
                <a:ea typeface="맑은 고딕"/>
                <a:cs typeface="맑은 고딕"/>
              </a:defRPr>
            </a:lvl3pPr>
            <a:lvl4pPr algn="l">
              <a:defRPr sz="2325" b="1">
                <a:solidFill>
                  <a:srgbClr val="132B3B"/>
                </a:solidFill>
                <a:latin typeface="맑은 고딕"/>
                <a:ea typeface="맑은 고딕"/>
                <a:cs typeface="맑은 고딕"/>
              </a:defRPr>
            </a:lvl4pPr>
            <a:lvl5pPr algn="l">
              <a:defRPr sz="2325" b="1">
                <a:solidFill>
                  <a:srgbClr val="132B3B"/>
                </a:solidFill>
                <a:latin typeface="맑은 고딕"/>
                <a:ea typeface="맑은 고딕"/>
                <a:cs typeface="맑은 고딕"/>
              </a:defRPr>
            </a:lvl5pPr>
            <a:lvl6pPr algn="l">
              <a:defRPr sz="2325" b="1">
                <a:solidFill>
                  <a:srgbClr val="132B3B"/>
                </a:solidFill>
                <a:latin typeface="맑은 고딕"/>
                <a:ea typeface="맑은 고딕"/>
                <a:cs typeface="맑은 고딕"/>
              </a:defRPr>
            </a:lvl6pPr>
            <a:lvl7pPr algn="l">
              <a:defRPr sz="2325" b="1">
                <a:solidFill>
                  <a:srgbClr val="132B3B"/>
                </a:solidFill>
                <a:latin typeface="맑은 고딕"/>
                <a:ea typeface="맑은 고딕"/>
                <a:cs typeface="맑은 고딕"/>
              </a:defRPr>
            </a:lvl7pPr>
            <a:lvl8pPr algn="l">
              <a:defRPr sz="2325" b="1">
                <a:solidFill>
                  <a:srgbClr val="132B3B"/>
                </a:solidFill>
                <a:latin typeface="맑은 고딕"/>
                <a:ea typeface="맑은 고딕"/>
                <a:cs typeface="맑은 고딕"/>
              </a:defRPr>
            </a:lvl8pPr>
            <a:lvl9pPr algn="l">
              <a:defRPr sz="2325" b="1">
                <a:solidFill>
                  <a:srgbClr val="132B3B"/>
                </a:solidFill>
                <a:latin typeface="맑은 고딕"/>
                <a:ea typeface="맑은 고딕"/>
                <a:cs typeface="맑은 고딕"/>
              </a:defRPr>
            </a:lvl9pPr>
          </a:lstStyle>
          <a:p xmlns:a="http://schemas.openxmlformats.org/drawingml/2006/main">
            <a:pPr algn="l">
              <a:defRPr sz="2325" b="1">
                <a:solidFill>
                  <a:srgbClr val="132B3B"/>
                </a:solidFill>
                <a:latin typeface="맑은 고딕"/>
                <a:ea typeface="맑은 고딕"/>
                <a:cs typeface="맑은 고딕"/>
              </a:defRPr>
            </a:pPr>
            <a:r>
              <a:rPr sz="2325" b="1">
                <a:solidFill>
                  <a:srgbClr val="132B3B"/>
                </a:solidFill>
                <a:latin typeface="맑은 고딕"/>
                <a:ea typeface="맑은 고딕"/>
                <a:cs typeface="맑은 고딕"/>
              </a:rPr>
              <a:t>이번 표본에서 MLP는 기준선을 능가하지 못했다</a:t>
            </a:r>
          </a:p>
        </p:txBody>
      </p:sp>
    </p:spTree>
    <p:extLst>
      <p:ext uri="{BB962C8B-B14F-4D97-AF65-F5344CB8AC3E}">
        <p14:creationId xmlns:p14="http://schemas.microsoft.com/office/powerpoint/2010/main" val="4997513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5DF6A47-8F17-49DB-A302-C03F3E5CA0C3}"/>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학습과 평가의 큰 성능 차이</a:t>
            </a:r>
          </a:p>
        </p:txBody>
      </p:sp>
      <p:sp>
        <p:nvSpPr>
          <p:cNvPr id="3" name="">
            <a:extLst xmlns:a="http://schemas.openxmlformats.org/drawingml/2006/main">
              <a:ext uri="{FF2B5EF4-FFF2-40B4-BE49-F238E27FC236}">
                <a16:creationId xmlns:a16="http://schemas.microsoft.com/office/drawing/2014/main" id="{DE037315-8228-4583-AE38-A82C189B255D}"/>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09</a:t>
            </a:r>
          </a:p>
        </p:txBody>
      </p:sp>
      <p:graphicFrame>
        <p:nvGraphicFramePr>
          <p:cNvPr id="4" name="Chart">
            <a:extLst xmlns:a="http://schemas.openxmlformats.org/drawingml/2006/main">
              <a:ext uri="{FF2B5EF4-FFF2-40B4-BE49-F238E27FC236}">
                <a16:creationId xmlns:a16="http://schemas.microsoft.com/office/drawing/2014/main" id="{290DA74D-2834-4944-9BB8-F09292A7CE1E}"/>
              </a:ext>
            </a:extLst>
          </p:cNvPr>
          <p:cNvGraphicFramePr/>
          <p:nvPr/>
        </p:nvGraphicFramePr>
        <p:xfrm>
          <a:off xmlns:a="http://schemas.openxmlformats.org/drawingml/2006/main" x="762000" y="1619250"/>
          <a:ext xmlns:a="http://schemas.openxmlformats.org/drawingml/2006/main" cx="6572250" cy="3714750"/>
        </p:xfrm>
        <a:graphic xmlns:a="http://schemas.openxmlformats.org/drawingml/2006/main">
          <a:graphicData uri="http://schemas.openxmlformats.org/drawingml/2006/chart">
            <c:chart xmlns:r="http://schemas.openxmlformats.org/officeDocument/2006/relationships" xmlns:c="http://schemas.openxmlformats.org/drawingml/2006/chart" r:id="R91ea83af939348da"/>
          </a:graphicData>
        </a:graphic>
      </p:graphicFrame>
      <p:sp>
        <p:nvSpPr>
          <p:cNvPr id="5" name="">
            <a:extLst xmlns:a="http://schemas.openxmlformats.org/drawingml/2006/main">
              <a:ext uri="{FF2B5EF4-FFF2-40B4-BE49-F238E27FC236}">
                <a16:creationId xmlns:a16="http://schemas.microsoft.com/office/drawing/2014/main" id="{D7D88A2B-E3D3-46C2-9D98-F9425EDB416C}"/>
              </a:ext>
            </a:extLst>
          </p:cNvPr>
          <p:cNvSpPr>
            <a:spLocks xmlns:a="http://schemas.openxmlformats.org/drawingml/2006/main" noGrp="1"/>
          </p:cNvSpPr>
          <p:nvPr/>
        </p:nvSpPr>
        <p:spPr>
          <a:xfrm xmlns:a="http://schemas.openxmlformats.org/drawingml/2006/main">
            <a:off x="7953375" y="2333625"/>
            <a:ext cx="3524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132B3B"/>
                </a:solidFill>
                <a:latin typeface="맑은 고딕"/>
                <a:ea typeface="맑은 고딕"/>
                <a:cs typeface="맑은 고딕"/>
              </a:defRPr>
            </a:defPPr>
            <a:lvl1pPr algn="l">
              <a:defRPr sz="2625" b="1">
                <a:solidFill>
                  <a:srgbClr val="132B3B"/>
                </a:solidFill>
                <a:latin typeface="맑은 고딕"/>
                <a:ea typeface="맑은 고딕"/>
                <a:cs typeface="맑은 고딕"/>
              </a:defRPr>
            </a:lvl1pPr>
            <a:lvl2pPr algn="l">
              <a:defRPr sz="2625" b="1">
                <a:solidFill>
                  <a:srgbClr val="132B3B"/>
                </a:solidFill>
                <a:latin typeface="맑은 고딕"/>
                <a:ea typeface="맑은 고딕"/>
                <a:cs typeface="맑은 고딕"/>
              </a:defRPr>
            </a:lvl2pPr>
            <a:lvl3pPr algn="l">
              <a:defRPr sz="2625" b="1">
                <a:solidFill>
                  <a:srgbClr val="132B3B"/>
                </a:solidFill>
                <a:latin typeface="맑은 고딕"/>
                <a:ea typeface="맑은 고딕"/>
                <a:cs typeface="맑은 고딕"/>
              </a:defRPr>
            </a:lvl3pPr>
            <a:lvl4pPr algn="l">
              <a:defRPr sz="2625" b="1">
                <a:solidFill>
                  <a:srgbClr val="132B3B"/>
                </a:solidFill>
                <a:latin typeface="맑은 고딕"/>
                <a:ea typeface="맑은 고딕"/>
                <a:cs typeface="맑은 고딕"/>
              </a:defRPr>
            </a:lvl4pPr>
            <a:lvl5pPr algn="l">
              <a:defRPr sz="2625" b="1">
                <a:solidFill>
                  <a:srgbClr val="132B3B"/>
                </a:solidFill>
                <a:latin typeface="맑은 고딕"/>
                <a:ea typeface="맑은 고딕"/>
                <a:cs typeface="맑은 고딕"/>
              </a:defRPr>
            </a:lvl5pPr>
            <a:lvl6pPr algn="l">
              <a:defRPr sz="2625" b="1">
                <a:solidFill>
                  <a:srgbClr val="132B3B"/>
                </a:solidFill>
                <a:latin typeface="맑은 고딕"/>
                <a:ea typeface="맑은 고딕"/>
                <a:cs typeface="맑은 고딕"/>
              </a:defRPr>
            </a:lvl6pPr>
            <a:lvl7pPr algn="l">
              <a:defRPr sz="2625" b="1">
                <a:solidFill>
                  <a:srgbClr val="132B3B"/>
                </a:solidFill>
                <a:latin typeface="맑은 고딕"/>
                <a:ea typeface="맑은 고딕"/>
                <a:cs typeface="맑은 고딕"/>
              </a:defRPr>
            </a:lvl7pPr>
            <a:lvl8pPr algn="l">
              <a:defRPr sz="2625" b="1">
                <a:solidFill>
                  <a:srgbClr val="132B3B"/>
                </a:solidFill>
                <a:latin typeface="맑은 고딕"/>
                <a:ea typeface="맑은 고딕"/>
                <a:cs typeface="맑은 고딕"/>
              </a:defRPr>
            </a:lvl8pPr>
            <a:lvl9pPr algn="l">
              <a:defRPr sz="2625" b="1">
                <a:solidFill>
                  <a:srgbClr val="132B3B"/>
                </a:solidFill>
                <a:latin typeface="맑은 고딕"/>
                <a:ea typeface="맑은 고딕"/>
                <a:cs typeface="맑은 고딕"/>
              </a:defRPr>
            </a:lvl9pPr>
          </a:lstStyle>
          <a:p xmlns:a="http://schemas.openxmlformats.org/drawingml/2006/main">
            <a:pPr algn="l">
              <a:defRPr sz="2625" b="1">
                <a:solidFill>
                  <a:srgbClr val="132B3B"/>
                </a:solidFill>
                <a:latin typeface="맑은 고딕"/>
                <a:ea typeface="맑은 고딕"/>
                <a:cs typeface="맑은 고딕"/>
              </a:defRPr>
            </a:pPr>
            <a:r>
              <a:rPr sz="2625" b="1">
                <a:solidFill>
                  <a:srgbClr val="132B3B"/>
                </a:solidFill>
                <a:latin typeface="맑은 고딕"/>
                <a:ea typeface="맑은 고딕"/>
                <a:cs typeface="맑은 고딕"/>
              </a:rPr>
              <a:t>학습 79/83</a:t>
            </a:r>
          </a:p>
          <a:p xmlns:a="http://schemas.openxmlformats.org/drawingml/2006/main">
            <a:pPr algn="l">
              <a:defRPr sz="2625" b="1">
                <a:solidFill>
                  <a:srgbClr val="132B3B"/>
                </a:solidFill>
                <a:latin typeface="맑은 고딕"/>
                <a:ea typeface="맑은 고딕"/>
                <a:cs typeface="맑은 고딕"/>
              </a:defRPr>
            </a:pPr>
            <a:r>
              <a:rPr sz="2625" b="1">
                <a:solidFill>
                  <a:srgbClr val="132B3B"/>
                </a:solidFill>
                <a:latin typeface="맑은 고딕"/>
                <a:ea typeface="맑은 고딕"/>
                <a:cs typeface="맑은 고딕"/>
              </a:rPr>
              <a:t>평가 10/21</a:t>
            </a:r>
          </a:p>
        </p:txBody>
      </p:sp>
      <p:sp>
        <p:nvSpPr>
          <p:cNvPr id="6" name="">
            <a:extLst xmlns:a="http://schemas.openxmlformats.org/drawingml/2006/main">
              <a:ext uri="{FF2B5EF4-FFF2-40B4-BE49-F238E27FC236}">
                <a16:creationId xmlns:a16="http://schemas.microsoft.com/office/drawing/2014/main" id="{F539104F-CA8D-4026-B640-77E79B3DFB1D}"/>
              </a:ext>
            </a:extLst>
          </p:cNvPr>
          <p:cNvSpPr>
            <a:spLocks xmlns:a="http://schemas.openxmlformats.org/drawingml/2006/main" noGrp="1"/>
          </p:cNvSpPr>
          <p:nvPr/>
        </p:nvSpPr>
        <p:spPr>
          <a:xfrm xmlns:a="http://schemas.openxmlformats.org/drawingml/2006/main">
            <a:off x="7953375" y="4000500"/>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23743"/>
                </a:solidFill>
                <a:latin typeface="맑은 고딕"/>
                <a:ea typeface="맑은 고딕"/>
                <a:cs typeface="맑은 고딕"/>
              </a:defRPr>
            </a:defPPr>
            <a:lvl1pPr algn="l">
              <a:defRPr sz="2175" b="0">
                <a:solidFill>
                  <a:srgbClr val="223743"/>
                </a:solidFill>
                <a:latin typeface="맑은 고딕"/>
                <a:ea typeface="맑은 고딕"/>
                <a:cs typeface="맑은 고딕"/>
              </a:defRPr>
            </a:lvl1pPr>
            <a:lvl2pPr algn="l">
              <a:defRPr sz="2175" b="0">
                <a:solidFill>
                  <a:srgbClr val="223743"/>
                </a:solidFill>
                <a:latin typeface="맑은 고딕"/>
                <a:ea typeface="맑은 고딕"/>
                <a:cs typeface="맑은 고딕"/>
              </a:defRPr>
            </a:lvl2pPr>
            <a:lvl3pPr algn="l">
              <a:defRPr sz="2175" b="0">
                <a:solidFill>
                  <a:srgbClr val="223743"/>
                </a:solidFill>
                <a:latin typeface="맑은 고딕"/>
                <a:ea typeface="맑은 고딕"/>
                <a:cs typeface="맑은 고딕"/>
              </a:defRPr>
            </a:lvl3pPr>
            <a:lvl4pPr algn="l">
              <a:defRPr sz="2175" b="0">
                <a:solidFill>
                  <a:srgbClr val="223743"/>
                </a:solidFill>
                <a:latin typeface="맑은 고딕"/>
                <a:ea typeface="맑은 고딕"/>
                <a:cs typeface="맑은 고딕"/>
              </a:defRPr>
            </a:lvl4pPr>
            <a:lvl5pPr algn="l">
              <a:defRPr sz="2175" b="0">
                <a:solidFill>
                  <a:srgbClr val="223743"/>
                </a:solidFill>
                <a:latin typeface="맑은 고딕"/>
                <a:ea typeface="맑은 고딕"/>
                <a:cs typeface="맑은 고딕"/>
              </a:defRPr>
            </a:lvl5pPr>
            <a:lvl6pPr algn="l">
              <a:defRPr sz="2175" b="0">
                <a:solidFill>
                  <a:srgbClr val="223743"/>
                </a:solidFill>
                <a:latin typeface="맑은 고딕"/>
                <a:ea typeface="맑은 고딕"/>
                <a:cs typeface="맑은 고딕"/>
              </a:defRPr>
            </a:lvl6pPr>
            <a:lvl7pPr algn="l">
              <a:defRPr sz="2175" b="0">
                <a:solidFill>
                  <a:srgbClr val="223743"/>
                </a:solidFill>
                <a:latin typeface="맑은 고딕"/>
                <a:ea typeface="맑은 고딕"/>
                <a:cs typeface="맑은 고딕"/>
              </a:defRPr>
            </a:lvl7pPr>
            <a:lvl8pPr algn="l">
              <a:defRPr sz="2175" b="0">
                <a:solidFill>
                  <a:srgbClr val="223743"/>
                </a:solidFill>
                <a:latin typeface="맑은 고딕"/>
                <a:ea typeface="맑은 고딕"/>
                <a:cs typeface="맑은 고딕"/>
              </a:defRPr>
            </a:lvl8pPr>
            <a:lvl9pPr algn="l">
              <a:defRPr sz="2175" b="0">
                <a:solidFill>
                  <a:srgbClr val="223743"/>
                </a:solidFill>
                <a:latin typeface="맑은 고딕"/>
                <a:ea typeface="맑은 고딕"/>
                <a:cs typeface="맑은 고딕"/>
              </a:defRPr>
            </a:lvl9pPr>
          </a:lstStyle>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학습 83경기</a:t>
            </a:r>
          </a:p>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매개변수 289개</a:t>
            </a:r>
          </a:p>
        </p:txBody>
      </p:sp>
      <p:sp>
        <p:nvSpPr>
          <p:cNvPr id="7" name="">
            <a:extLst xmlns:a="http://schemas.openxmlformats.org/drawingml/2006/main">
              <a:ext uri="{FF2B5EF4-FFF2-40B4-BE49-F238E27FC236}">
                <a16:creationId xmlns:a16="http://schemas.microsoft.com/office/drawing/2014/main" id="{921F76B5-92D7-47F4-98EE-2F58E510BF9C}"/>
              </a:ext>
            </a:extLst>
          </p:cNvPr>
          <p:cNvSpPr>
            <a:spLocks xmlns:a="http://schemas.openxmlformats.org/drawingml/2006/main" noGrp="1"/>
          </p:cNvSpPr>
          <p:nvPr/>
        </p:nvSpPr>
        <p:spPr>
          <a:xfrm xmlns:a="http://schemas.openxmlformats.org/drawingml/2006/main">
            <a:off x="685800" y="583882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C6D75"/>
                </a:solidFill>
                <a:latin typeface="맑은 고딕"/>
                <a:ea typeface="맑은 고딕"/>
                <a:cs typeface="맑은 고딕"/>
              </a:defRPr>
            </a:defPPr>
            <a:lvl1pPr algn="l">
              <a:defRPr sz="1875" b="0">
                <a:solidFill>
                  <a:srgbClr val="5C6D75"/>
                </a:solidFill>
                <a:latin typeface="맑은 고딕"/>
                <a:ea typeface="맑은 고딕"/>
                <a:cs typeface="맑은 고딕"/>
              </a:defRPr>
            </a:lvl1pPr>
            <a:lvl2pPr algn="l">
              <a:defRPr sz="1875" b="0">
                <a:solidFill>
                  <a:srgbClr val="5C6D75"/>
                </a:solidFill>
                <a:latin typeface="맑은 고딕"/>
                <a:ea typeface="맑은 고딕"/>
                <a:cs typeface="맑은 고딕"/>
              </a:defRPr>
            </a:lvl2pPr>
            <a:lvl3pPr algn="l">
              <a:defRPr sz="1875" b="0">
                <a:solidFill>
                  <a:srgbClr val="5C6D75"/>
                </a:solidFill>
                <a:latin typeface="맑은 고딕"/>
                <a:ea typeface="맑은 고딕"/>
                <a:cs typeface="맑은 고딕"/>
              </a:defRPr>
            </a:lvl3pPr>
            <a:lvl4pPr algn="l">
              <a:defRPr sz="1875" b="0">
                <a:solidFill>
                  <a:srgbClr val="5C6D75"/>
                </a:solidFill>
                <a:latin typeface="맑은 고딕"/>
                <a:ea typeface="맑은 고딕"/>
                <a:cs typeface="맑은 고딕"/>
              </a:defRPr>
            </a:lvl4pPr>
            <a:lvl5pPr algn="l">
              <a:defRPr sz="1875" b="0">
                <a:solidFill>
                  <a:srgbClr val="5C6D75"/>
                </a:solidFill>
                <a:latin typeface="맑은 고딕"/>
                <a:ea typeface="맑은 고딕"/>
                <a:cs typeface="맑은 고딕"/>
              </a:defRPr>
            </a:lvl5pPr>
            <a:lvl6pPr algn="l">
              <a:defRPr sz="1875" b="0">
                <a:solidFill>
                  <a:srgbClr val="5C6D75"/>
                </a:solidFill>
                <a:latin typeface="맑은 고딕"/>
                <a:ea typeface="맑은 고딕"/>
                <a:cs typeface="맑은 고딕"/>
              </a:defRPr>
            </a:lvl6pPr>
            <a:lvl7pPr algn="l">
              <a:defRPr sz="1875" b="0">
                <a:solidFill>
                  <a:srgbClr val="5C6D75"/>
                </a:solidFill>
                <a:latin typeface="맑은 고딕"/>
                <a:ea typeface="맑은 고딕"/>
                <a:cs typeface="맑은 고딕"/>
              </a:defRPr>
            </a:lvl7pPr>
            <a:lvl8pPr algn="l">
              <a:defRPr sz="1875" b="0">
                <a:solidFill>
                  <a:srgbClr val="5C6D75"/>
                </a:solidFill>
                <a:latin typeface="맑은 고딕"/>
                <a:ea typeface="맑은 고딕"/>
                <a:cs typeface="맑은 고딕"/>
              </a:defRPr>
            </a:lvl8pPr>
            <a:lvl9pPr algn="l">
              <a:defRPr sz="1875" b="0">
                <a:solidFill>
                  <a:srgbClr val="5C6D75"/>
                </a:solidFill>
                <a:latin typeface="맑은 고딕"/>
                <a:ea typeface="맑은 고딕"/>
                <a:cs typeface="맑은 고딕"/>
              </a:defRPr>
            </a:lvl9pPr>
          </a:lstStyle>
          <a:p xmlns:a="http://schemas.openxmlformats.org/drawingml/2006/main">
            <a:pPr algn="l">
              <a:defRPr sz="1875" b="0">
                <a:solidFill>
                  <a:srgbClr val="5C6D75"/>
                </a:solidFill>
                <a:latin typeface="맑은 고딕"/>
                <a:ea typeface="맑은 고딕"/>
                <a:cs typeface="맑은 고딕"/>
              </a:defRPr>
            </a:pPr>
            <a:r>
              <a:rPr sz="1875" b="0">
                <a:solidFill>
                  <a:srgbClr val="5C6D75"/>
                </a:solidFill>
                <a:latin typeface="맑은 고딕"/>
                <a:ea typeface="맑은 고딕"/>
                <a:cs typeface="맑은 고딕"/>
              </a:rPr>
              <a:t>큰 격차는 과적합 가능성과 일치하며, 학습 정확도를 검증 성능으로 제시하지 않는다</a:t>
            </a:r>
          </a:p>
        </p:txBody>
      </p:sp>
    </p:spTree>
    <p:extLst>
      <p:ext uri="{BB962C8B-B14F-4D97-AF65-F5344CB8AC3E}">
        <p14:creationId xmlns:p14="http://schemas.microsoft.com/office/powerpoint/2010/main" val="9239439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099509B-94E6-41DB-80FC-C76315792B2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Random Forest 추가 비교</a:t>
            </a:r>
          </a:p>
        </p:txBody>
      </p:sp>
      <p:sp>
        <p:nvSpPr>
          <p:cNvPr id="3" name="">
            <a:extLst xmlns:a="http://schemas.openxmlformats.org/drawingml/2006/main">
              <a:ext uri="{FF2B5EF4-FFF2-40B4-BE49-F238E27FC236}">
                <a16:creationId xmlns:a16="http://schemas.microsoft.com/office/drawing/2014/main" id="{675DFDC8-8EF1-409F-9FBE-753B986B9911}"/>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10</a:t>
            </a:r>
          </a:p>
        </p:txBody>
      </p:sp>
      <p:graphicFrame>
        <p:nvGraphicFramePr>
          <p:cNvPr id="4" name="">
            <a:extLst xmlns:a="http://schemas.openxmlformats.org/drawingml/2006/main">
              <a:ext uri="{FF2B5EF4-FFF2-40B4-BE49-F238E27FC236}">
                <a16:creationId xmlns:a16="http://schemas.microsoft.com/office/drawing/2014/main" id="{EA5CB411-9F63-48EA-82C4-873F559E7349}"/>
              </a:ext>
            </a:extLst>
          </p:cNvPr>
          <p:cNvGraphicFramePr/>
          <p:nvPr/>
        </p:nvGraphicFramePr>
        <p:xfrm>
          <a:off xmlns:a="http://schemas.openxmlformats.org/drawingml/2006/main" x="685800" y="1695450"/>
          <a:ext xmlns:a="http://schemas.openxmlformats.org/drawingml/2006/main" cx="10820400" cy="2952750"/>
        </p:xfrm>
        <a:graphic xmlns:a="http://schemas.openxmlformats.org/drawingml/2006/main">
          <a:graphicData uri="http://schemas.openxmlformats.org/drawingml/2006/table">
            <a:tbl>
              <a:tblPr/>
              <a:tblGrid>
                <a:gridCol w="3619500"/>
                <a:gridCol w="2381250"/>
                <a:gridCol w="2381250"/>
                <a:gridCol w="2438400"/>
              </a:tblGrid>
              <a:tr h="590550">
                <a:tc>
                  <a:txBody>
                    <a:bodyPr lIns="95250" tIns="95250" rIns="95250" bIns="95250"/>
                    <a:lstStyle/>
                    <a:p>
                      <a:pPr algn="l"/>
                      <a:r>
                        <a:rPr sz="2025" b="1">
                          <a:solidFill>
                            <a:srgbClr val="FFFFFF"/>
                          </a:solidFill>
                          <a:latin typeface="맑은 고딕"/>
                          <a:ea typeface="맑은 고딕"/>
                          <a:cs typeface="맑은 고딕"/>
                        </a:rPr>
                        <a:t>모형</a:t>
                      </a:r>
                    </a:p>
                  </a:txBody>
                  <a:tcPr marL="91440" marR="91440" marT="45720" marB="45720" anchor="ctr">
                    <a:lnL w="9525">
                      <a:solidFill>
                        <a:srgbClr val="DCE4E5"/>
                      </a:solidFill>
                      <a:prstDash val="solid"/>
                    </a:lnL>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c>
                  <a:txBody>
                    <a:bodyPr lIns="95250" tIns="95250" rIns="95250" bIns="95250"/>
                    <a:lstStyle/>
                    <a:p>
                      <a:pPr algn="ctr"/>
                      <a:r>
                        <a:rPr sz="2025" b="1">
                          <a:solidFill>
                            <a:srgbClr val="FFFFFF"/>
                          </a:solidFill>
                          <a:latin typeface="맑은 고딕"/>
                          <a:ea typeface="맑은 고딕"/>
                          <a:cs typeface="맑은 고딕"/>
                        </a:rPr>
                        <a:t>정확도</a:t>
                      </a:r>
                    </a:p>
                  </a:txBody>
                  <a:tcPr marL="91440" marR="91440" marT="45720" marB="45720" anchor="ctr">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c>
                  <a:txBody>
                    <a:bodyPr lIns="95250" tIns="95250" rIns="95250" bIns="95250"/>
                    <a:lstStyle/>
                    <a:p>
                      <a:pPr algn="ctr"/>
                      <a:r>
                        <a:rPr sz="2025" b="1">
                          <a:solidFill>
                            <a:srgbClr val="FFFFFF"/>
                          </a:solidFill>
                          <a:latin typeface="맑은 고딕"/>
                          <a:ea typeface="맑은 고딕"/>
                          <a:cs typeface="맑은 고딕"/>
                        </a:rPr>
                        <a:t>ROC-AUC</a:t>
                      </a:r>
                    </a:p>
                  </a:txBody>
                  <a:tcPr marL="91440" marR="91440" marT="45720" marB="45720" anchor="ctr">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c>
                  <a:txBody>
                    <a:bodyPr lIns="95250" tIns="95250" rIns="95250" bIns="95250"/>
                    <a:lstStyle/>
                    <a:p>
                      <a:pPr algn="ctr"/>
                      <a:r>
                        <a:rPr sz="2025" b="1">
                          <a:solidFill>
                            <a:srgbClr val="FFFFFF"/>
                          </a:solidFill>
                          <a:latin typeface="맑은 고딕"/>
                          <a:ea typeface="맑은 고딕"/>
                          <a:cs typeface="맑은 고딕"/>
                        </a:rPr>
                        <a:t>Brier</a:t>
                      </a:r>
                    </a:p>
                  </a:txBody>
                  <a:tcPr marL="91440" marR="91440" marT="45720" marB="45720" anchor="ctr">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r>
              <a:tr h="590550">
                <a:tc>
                  <a:txBody>
                    <a:bodyPr lIns="95250" tIns="95250" rIns="95250" bIns="95250"/>
                    <a:lstStyle/>
                    <a:p>
                      <a:pPr algn="l"/>
                      <a:r>
                        <a:rPr sz="2025" b="0">
                          <a:solidFill>
                            <a:srgbClr val="223743"/>
                          </a:solidFill>
                          <a:latin typeface="맑은 고딕"/>
                          <a:ea typeface="맑은 고딕"/>
                          <a:cs typeface="맑은 고딕"/>
                        </a:rPr>
                        <a:t>주 MLP</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2025" b="0">
                          <a:solidFill>
                            <a:srgbClr val="223743"/>
                          </a:solidFill>
                          <a:latin typeface="맑은 고딕"/>
                          <a:ea typeface="맑은 고딕"/>
                          <a:cs typeface="맑은 고딕"/>
                        </a:rPr>
                        <a:t>47.62%</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2025" b="0">
                          <a:solidFill>
                            <a:srgbClr val="223743"/>
                          </a:solidFill>
                          <a:latin typeface="맑은 고딕"/>
                          <a:ea typeface="맑은 고딕"/>
                          <a:cs typeface="맑은 고딕"/>
                        </a:rPr>
                        <a:t>0.49091</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2025" b="0">
                          <a:solidFill>
                            <a:srgbClr val="223743"/>
                          </a:solidFill>
                          <a:latin typeface="맑은 고딕"/>
                          <a:ea typeface="맑은 고딕"/>
                          <a:cs typeface="맑은 고딕"/>
                        </a:rPr>
                        <a:t>0.372683</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r h="590550">
                <a:tc>
                  <a:txBody>
                    <a:bodyPr lIns="95250" tIns="95250" rIns="95250" bIns="95250"/>
                    <a:lstStyle/>
                    <a:p>
                      <a:pPr algn="l"/>
                      <a:r>
                        <a:rPr sz="2025" b="0">
                          <a:solidFill>
                            <a:srgbClr val="223743"/>
                          </a:solidFill>
                          <a:latin typeface="맑은 고딕"/>
                          <a:ea typeface="맑은 고딕"/>
                          <a:cs typeface="맑은 고딕"/>
                        </a:rPr>
                        <a:t>로지스틱</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2025" b="0">
                          <a:solidFill>
                            <a:srgbClr val="223743"/>
                          </a:solidFill>
                          <a:latin typeface="맑은 고딕"/>
                          <a:ea typeface="맑은 고딕"/>
                          <a:cs typeface="맑은 고딕"/>
                        </a:rPr>
                        <a:t>57.14%</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2025" b="0">
                          <a:solidFill>
                            <a:srgbClr val="223743"/>
                          </a:solidFill>
                          <a:latin typeface="맑은 고딕"/>
                          <a:ea typeface="맑은 고딕"/>
                          <a:cs typeface="맑은 고딕"/>
                        </a:rPr>
                        <a:t>0.60909</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2025" b="0">
                          <a:solidFill>
                            <a:srgbClr val="223743"/>
                          </a:solidFill>
                          <a:latin typeface="맑은 고딕"/>
                          <a:ea typeface="맑은 고딕"/>
                          <a:cs typeface="맑은 고딕"/>
                        </a:rPr>
                        <a:t>0.263561</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r h="590550">
                <a:tc>
                  <a:txBody>
                    <a:bodyPr lIns="95250" tIns="95250" rIns="95250" bIns="95250"/>
                    <a:lstStyle/>
                    <a:p>
                      <a:pPr algn="l"/>
                      <a:r>
                        <a:rPr sz="2025" b="0">
                          <a:solidFill>
                            <a:srgbClr val="223743"/>
                          </a:solidFill>
                          <a:latin typeface="맑은 고딕"/>
                          <a:ea typeface="맑은 고딕"/>
                          <a:cs typeface="맑은 고딕"/>
                        </a:rPr>
                        <a:t>Random Forest</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2025" b="0">
                          <a:solidFill>
                            <a:srgbClr val="223743"/>
                          </a:solidFill>
                          <a:latin typeface="맑은 고딕"/>
                          <a:ea typeface="맑은 고딕"/>
                          <a:cs typeface="맑은 고딕"/>
                        </a:rPr>
                        <a:t>66.67%</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2025" b="0">
                          <a:solidFill>
                            <a:srgbClr val="223743"/>
                          </a:solidFill>
                          <a:latin typeface="맑은 고딕"/>
                          <a:ea typeface="맑은 고딕"/>
                          <a:cs typeface="맑은 고딕"/>
                        </a:rPr>
                        <a:t>0.59091</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2025" b="0">
                          <a:solidFill>
                            <a:srgbClr val="223743"/>
                          </a:solidFill>
                          <a:latin typeface="맑은 고딕"/>
                          <a:ea typeface="맑은 고딕"/>
                          <a:cs typeface="맑은 고딕"/>
                        </a:rPr>
                        <a:t>0.260681</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r h="590550">
                <a:tc>
                  <a:txBody>
                    <a:bodyPr lIns="95250" tIns="95250" rIns="95250" bIns="95250"/>
                    <a:lstStyle/>
                    <a:p>
                      <a:pPr algn="l"/>
                      <a:r>
                        <a:rPr sz="2025" b="0">
                          <a:solidFill>
                            <a:srgbClr val="223743"/>
                          </a:solidFill>
                          <a:latin typeface="맑은 고딕"/>
                          <a:ea typeface="맑은 고딕"/>
                          <a:cs typeface="맑은 고딕"/>
                        </a:rPr>
                        <a:t>상수</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2025" b="0">
                          <a:solidFill>
                            <a:srgbClr val="223743"/>
                          </a:solidFill>
                          <a:latin typeface="맑은 고딕"/>
                          <a:ea typeface="맑은 고딕"/>
                          <a:cs typeface="맑은 고딕"/>
                        </a:rPr>
                        <a:t>47.62%</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2025" b="0">
                          <a:solidFill>
                            <a:srgbClr val="223743"/>
                          </a:solidFill>
                          <a:latin typeface="맑은 고딕"/>
                          <a:ea typeface="맑은 고딕"/>
                          <a:cs typeface="맑은 고딕"/>
                        </a:rPr>
                        <a:t>0.50000</a:t>
                      </a:r>
                    </a:p>
                  </a:txBody>
                  <a:tcPr marL="91440" marR="91440" marT="45720" marB="45720" anchor="ctr">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2025" b="0">
                          <a:solidFill>
                            <a:srgbClr val="223743"/>
                          </a:solidFill>
                          <a:latin typeface="맑은 고딕"/>
                          <a:ea typeface="맑은 고딕"/>
                          <a:cs typeface="맑은 고딕"/>
                        </a:rPr>
                        <a:t>0.259862</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919B5DB-33EB-4835-BFB8-3B5009F57720}"/>
              </a:ext>
            </a:extLst>
          </p:cNvPr>
          <p:cNvSpPr>
            <a:spLocks xmlns:a="http://schemas.openxmlformats.org/drawingml/2006/main" noGrp="1"/>
          </p:cNvSpPr>
          <p:nvPr/>
        </p:nvSpPr>
        <p:spPr>
          <a:xfrm xmlns:a="http://schemas.openxmlformats.org/drawingml/2006/main">
            <a:off x="685800" y="49434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117A72"/>
                </a:solidFill>
                <a:latin typeface="맑은 고딕"/>
                <a:ea typeface="맑은 고딕"/>
                <a:cs typeface="맑은 고딕"/>
              </a:defRPr>
            </a:defPPr>
            <a:lvl1pPr algn="l">
              <a:defRPr sz="2250" b="1">
                <a:solidFill>
                  <a:srgbClr val="117A72"/>
                </a:solidFill>
                <a:latin typeface="맑은 고딕"/>
                <a:ea typeface="맑은 고딕"/>
                <a:cs typeface="맑은 고딕"/>
              </a:defRPr>
            </a:lvl1pPr>
            <a:lvl2pPr algn="l">
              <a:defRPr sz="2250" b="1">
                <a:solidFill>
                  <a:srgbClr val="117A72"/>
                </a:solidFill>
                <a:latin typeface="맑은 고딕"/>
                <a:ea typeface="맑은 고딕"/>
                <a:cs typeface="맑은 고딕"/>
              </a:defRPr>
            </a:lvl2pPr>
            <a:lvl3pPr algn="l">
              <a:defRPr sz="2250" b="1">
                <a:solidFill>
                  <a:srgbClr val="117A72"/>
                </a:solidFill>
                <a:latin typeface="맑은 고딕"/>
                <a:ea typeface="맑은 고딕"/>
                <a:cs typeface="맑은 고딕"/>
              </a:defRPr>
            </a:lvl3pPr>
            <a:lvl4pPr algn="l">
              <a:defRPr sz="2250" b="1">
                <a:solidFill>
                  <a:srgbClr val="117A72"/>
                </a:solidFill>
                <a:latin typeface="맑은 고딕"/>
                <a:ea typeface="맑은 고딕"/>
                <a:cs typeface="맑은 고딕"/>
              </a:defRPr>
            </a:lvl4pPr>
            <a:lvl5pPr algn="l">
              <a:defRPr sz="2250" b="1">
                <a:solidFill>
                  <a:srgbClr val="117A72"/>
                </a:solidFill>
                <a:latin typeface="맑은 고딕"/>
                <a:ea typeface="맑은 고딕"/>
                <a:cs typeface="맑은 고딕"/>
              </a:defRPr>
            </a:lvl5pPr>
            <a:lvl6pPr algn="l">
              <a:defRPr sz="2250" b="1">
                <a:solidFill>
                  <a:srgbClr val="117A72"/>
                </a:solidFill>
                <a:latin typeface="맑은 고딕"/>
                <a:ea typeface="맑은 고딕"/>
                <a:cs typeface="맑은 고딕"/>
              </a:defRPr>
            </a:lvl6pPr>
            <a:lvl7pPr algn="l">
              <a:defRPr sz="2250" b="1">
                <a:solidFill>
                  <a:srgbClr val="117A72"/>
                </a:solidFill>
                <a:latin typeface="맑은 고딕"/>
                <a:ea typeface="맑은 고딕"/>
                <a:cs typeface="맑은 고딕"/>
              </a:defRPr>
            </a:lvl7pPr>
            <a:lvl8pPr algn="l">
              <a:defRPr sz="2250" b="1">
                <a:solidFill>
                  <a:srgbClr val="117A72"/>
                </a:solidFill>
                <a:latin typeface="맑은 고딕"/>
                <a:ea typeface="맑은 고딕"/>
                <a:cs typeface="맑은 고딕"/>
              </a:defRPr>
            </a:lvl8pPr>
            <a:lvl9pPr algn="l">
              <a:defRPr sz="2250" b="1">
                <a:solidFill>
                  <a:srgbClr val="117A72"/>
                </a:solidFill>
                <a:latin typeface="맑은 고딕"/>
                <a:ea typeface="맑은 고딕"/>
                <a:cs typeface="맑은 고딕"/>
              </a:defRPr>
            </a:lvl9pPr>
          </a:lstStyle>
          <a:p xmlns:a="http://schemas.openxmlformats.org/drawingml/2006/main">
            <a:pPr algn="l">
              <a:defRPr sz="2250" b="1">
                <a:solidFill>
                  <a:srgbClr val="117A72"/>
                </a:solidFill>
                <a:latin typeface="맑은 고딕"/>
                <a:ea typeface="맑은 고딕"/>
                <a:cs typeface="맑은 고딕"/>
              </a:defRPr>
            </a:pPr>
            <a:r>
              <a:rPr sz="2250" b="1">
                <a:solidFill>
                  <a:srgbClr val="117A72"/>
                </a:solidFill>
                <a:latin typeface="맑은 고딕"/>
                <a:ea typeface="맑은 고딕"/>
                <a:cs typeface="맑은 고딕"/>
              </a:rPr>
              <a:t>같은 21경기에서 RF는 14경기를 맞혔다</a:t>
            </a:r>
          </a:p>
        </p:txBody>
      </p:sp>
      <p:sp>
        <p:nvSpPr>
          <p:cNvPr id="6" name="">
            <a:extLst xmlns:a="http://schemas.openxmlformats.org/drawingml/2006/main">
              <a:ext uri="{FF2B5EF4-FFF2-40B4-BE49-F238E27FC236}">
                <a16:creationId xmlns:a16="http://schemas.microsoft.com/office/drawing/2014/main" id="{B6D118A5-13BD-4C29-B3F6-52715F6D70B7}"/>
              </a:ext>
            </a:extLst>
          </p:cNvPr>
          <p:cNvSpPr>
            <a:spLocks xmlns:a="http://schemas.openxmlformats.org/drawingml/2006/main" noGrp="1"/>
          </p:cNvSpPr>
          <p:nvPr/>
        </p:nvSpPr>
        <p:spPr>
          <a:xfrm xmlns:a="http://schemas.openxmlformats.org/drawingml/2006/main">
            <a:off x="685800" y="56007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C6D75"/>
                </a:solidFill>
                <a:latin typeface="맑은 고딕"/>
                <a:ea typeface="맑은 고딕"/>
                <a:cs typeface="맑은 고딕"/>
              </a:defRPr>
            </a:defPPr>
            <a:lvl1pPr algn="l">
              <a:defRPr sz="1875" b="0">
                <a:solidFill>
                  <a:srgbClr val="5C6D75"/>
                </a:solidFill>
                <a:latin typeface="맑은 고딕"/>
                <a:ea typeface="맑은 고딕"/>
                <a:cs typeface="맑은 고딕"/>
              </a:defRPr>
            </a:lvl1pPr>
            <a:lvl2pPr algn="l">
              <a:defRPr sz="1875" b="0">
                <a:solidFill>
                  <a:srgbClr val="5C6D75"/>
                </a:solidFill>
                <a:latin typeface="맑은 고딕"/>
                <a:ea typeface="맑은 고딕"/>
                <a:cs typeface="맑은 고딕"/>
              </a:defRPr>
            </a:lvl2pPr>
            <a:lvl3pPr algn="l">
              <a:defRPr sz="1875" b="0">
                <a:solidFill>
                  <a:srgbClr val="5C6D75"/>
                </a:solidFill>
                <a:latin typeface="맑은 고딕"/>
                <a:ea typeface="맑은 고딕"/>
                <a:cs typeface="맑은 고딕"/>
              </a:defRPr>
            </a:lvl3pPr>
            <a:lvl4pPr algn="l">
              <a:defRPr sz="1875" b="0">
                <a:solidFill>
                  <a:srgbClr val="5C6D75"/>
                </a:solidFill>
                <a:latin typeface="맑은 고딕"/>
                <a:ea typeface="맑은 고딕"/>
                <a:cs typeface="맑은 고딕"/>
              </a:defRPr>
            </a:lvl4pPr>
            <a:lvl5pPr algn="l">
              <a:defRPr sz="1875" b="0">
                <a:solidFill>
                  <a:srgbClr val="5C6D75"/>
                </a:solidFill>
                <a:latin typeface="맑은 고딕"/>
                <a:ea typeface="맑은 고딕"/>
                <a:cs typeface="맑은 고딕"/>
              </a:defRPr>
            </a:lvl5pPr>
            <a:lvl6pPr algn="l">
              <a:defRPr sz="1875" b="0">
                <a:solidFill>
                  <a:srgbClr val="5C6D75"/>
                </a:solidFill>
                <a:latin typeface="맑은 고딕"/>
                <a:ea typeface="맑은 고딕"/>
                <a:cs typeface="맑은 고딕"/>
              </a:defRPr>
            </a:lvl6pPr>
            <a:lvl7pPr algn="l">
              <a:defRPr sz="1875" b="0">
                <a:solidFill>
                  <a:srgbClr val="5C6D75"/>
                </a:solidFill>
                <a:latin typeface="맑은 고딕"/>
                <a:ea typeface="맑은 고딕"/>
                <a:cs typeface="맑은 고딕"/>
              </a:defRPr>
            </a:lvl7pPr>
            <a:lvl8pPr algn="l">
              <a:defRPr sz="1875" b="0">
                <a:solidFill>
                  <a:srgbClr val="5C6D75"/>
                </a:solidFill>
                <a:latin typeface="맑은 고딕"/>
                <a:ea typeface="맑은 고딕"/>
                <a:cs typeface="맑은 고딕"/>
              </a:defRPr>
            </a:lvl8pPr>
            <a:lvl9pPr algn="l">
              <a:defRPr sz="1875" b="0">
                <a:solidFill>
                  <a:srgbClr val="5C6D75"/>
                </a:solidFill>
                <a:latin typeface="맑은 고딕"/>
                <a:ea typeface="맑은 고딕"/>
                <a:cs typeface="맑은 고딕"/>
              </a:defRPr>
            </a:lvl9pPr>
          </a:lstStyle>
          <a:p xmlns:a="http://schemas.openxmlformats.org/drawingml/2006/main">
            <a:pPr algn="l">
              <a:defRPr sz="1875" b="0">
                <a:solidFill>
                  <a:srgbClr val="5C6D75"/>
                </a:solidFill>
                <a:latin typeface="맑은 고딕"/>
                <a:ea typeface="맑은 고딕"/>
                <a:cs typeface="맑은 고딕"/>
              </a:defRPr>
            </a:pPr>
            <a:r>
              <a:rPr sz="1875" b="0">
                <a:solidFill>
                  <a:srgbClr val="5C6D75"/>
                </a:solidFill>
                <a:latin typeface="맑은 고딕"/>
                <a:ea typeface="맑은 고딕"/>
                <a:cs typeface="맑은 고딕"/>
              </a:rPr>
              <a:t>RF의 Brier는 상수보다 높다. 이미 본 평가셋의 탐색적 비교이며 주 모형을 교체하지 않았다</a:t>
            </a:r>
          </a:p>
        </p:txBody>
      </p:sp>
    </p:spTree>
    <p:extLst>
      <p:ext uri="{BB962C8B-B14F-4D97-AF65-F5344CB8AC3E}">
        <p14:creationId xmlns:p14="http://schemas.microsoft.com/office/powerpoint/2010/main" val="20603398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8A98522-7F17-4B87-A537-598A3B771C8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시간별 신경망의 확률 오차</a:t>
            </a:r>
          </a:p>
        </p:txBody>
      </p:sp>
      <p:sp>
        <p:nvSpPr>
          <p:cNvPr id="3" name="">
            <a:extLst xmlns:a="http://schemas.openxmlformats.org/drawingml/2006/main">
              <a:ext uri="{FF2B5EF4-FFF2-40B4-BE49-F238E27FC236}">
                <a16:creationId xmlns:a16="http://schemas.microsoft.com/office/drawing/2014/main" id="{639164E8-23F7-4F93-A0D1-1D85BCD7D64D}"/>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11</a:t>
            </a:r>
          </a:p>
        </p:txBody>
      </p:sp>
      <p:graphicFrame>
        <p:nvGraphicFramePr>
          <p:cNvPr id="4" name="Chart">
            <a:extLst xmlns:a="http://schemas.openxmlformats.org/drawingml/2006/main">
              <a:ext uri="{FF2B5EF4-FFF2-40B4-BE49-F238E27FC236}">
                <a16:creationId xmlns:a16="http://schemas.microsoft.com/office/drawing/2014/main" id="{9391F664-277E-471B-B252-74BB7CA0FDAA}"/>
              </a:ext>
            </a:extLst>
          </p:cNvPr>
          <p:cNvGraphicFramePr/>
          <p:nvPr/>
        </p:nvGraphicFramePr>
        <p:xfrm>
          <a:off xmlns:a="http://schemas.openxmlformats.org/drawingml/2006/main" x="685800" y="1781175"/>
          <a:ext xmlns:a="http://schemas.openxmlformats.org/drawingml/2006/main" cx="10820400" cy="3286125"/>
        </p:xfrm>
        <a:graphic xmlns:a="http://schemas.openxmlformats.org/drawingml/2006/main">
          <a:graphicData uri="http://schemas.openxmlformats.org/drawingml/2006/chart">
            <c:chart xmlns:r="http://schemas.openxmlformats.org/officeDocument/2006/relationships" xmlns:c="http://schemas.openxmlformats.org/drawingml/2006/chart" r:id="R6e57cd9c53694344"/>
          </a:graphicData>
        </a:graphic>
      </p:graphicFrame>
      <p:sp>
        <p:nvSpPr>
          <p:cNvPr id="5" name="">
            <a:extLst xmlns:a="http://schemas.openxmlformats.org/drawingml/2006/main">
              <a:ext uri="{FF2B5EF4-FFF2-40B4-BE49-F238E27FC236}">
                <a16:creationId xmlns:a16="http://schemas.microsoft.com/office/drawing/2014/main" id="{6ED21E36-B193-4377-A9B7-1F4FE7290C56}"/>
              </a:ext>
            </a:extLst>
          </p:cNvPr>
          <p:cNvSpPr>
            <a:spLocks xmlns:a="http://schemas.openxmlformats.org/drawingml/2006/main" noGrp="1"/>
          </p:cNvSpPr>
          <p:nvPr/>
        </p:nvSpPr>
        <p:spPr>
          <a:xfrm xmlns:a="http://schemas.openxmlformats.org/drawingml/2006/main">
            <a:off x="685800" y="5286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32B3B"/>
                </a:solidFill>
                <a:latin typeface="맑은 고딕"/>
                <a:ea typeface="맑은 고딕"/>
                <a:cs typeface="맑은 고딕"/>
              </a:defRPr>
            </a:defPPr>
            <a:lvl1pPr algn="l">
              <a:defRPr sz="2025" b="1">
                <a:solidFill>
                  <a:srgbClr val="132B3B"/>
                </a:solidFill>
                <a:latin typeface="맑은 고딕"/>
                <a:ea typeface="맑은 고딕"/>
                <a:cs typeface="맑은 고딕"/>
              </a:defRPr>
            </a:lvl1pPr>
            <a:lvl2pPr algn="l">
              <a:defRPr sz="2025" b="1">
                <a:solidFill>
                  <a:srgbClr val="132B3B"/>
                </a:solidFill>
                <a:latin typeface="맑은 고딕"/>
                <a:ea typeface="맑은 고딕"/>
                <a:cs typeface="맑은 고딕"/>
              </a:defRPr>
            </a:lvl2pPr>
            <a:lvl3pPr algn="l">
              <a:defRPr sz="2025" b="1">
                <a:solidFill>
                  <a:srgbClr val="132B3B"/>
                </a:solidFill>
                <a:latin typeface="맑은 고딕"/>
                <a:ea typeface="맑은 고딕"/>
                <a:cs typeface="맑은 고딕"/>
              </a:defRPr>
            </a:lvl3pPr>
            <a:lvl4pPr algn="l">
              <a:defRPr sz="2025" b="1">
                <a:solidFill>
                  <a:srgbClr val="132B3B"/>
                </a:solidFill>
                <a:latin typeface="맑은 고딕"/>
                <a:ea typeface="맑은 고딕"/>
                <a:cs typeface="맑은 고딕"/>
              </a:defRPr>
            </a:lvl4pPr>
            <a:lvl5pPr algn="l">
              <a:defRPr sz="2025" b="1">
                <a:solidFill>
                  <a:srgbClr val="132B3B"/>
                </a:solidFill>
                <a:latin typeface="맑은 고딕"/>
                <a:ea typeface="맑은 고딕"/>
                <a:cs typeface="맑은 고딕"/>
              </a:defRPr>
            </a:lvl5pPr>
            <a:lvl6pPr algn="l">
              <a:defRPr sz="2025" b="1">
                <a:solidFill>
                  <a:srgbClr val="132B3B"/>
                </a:solidFill>
                <a:latin typeface="맑은 고딕"/>
                <a:ea typeface="맑은 고딕"/>
                <a:cs typeface="맑은 고딕"/>
              </a:defRPr>
            </a:lvl6pPr>
            <a:lvl7pPr algn="l">
              <a:defRPr sz="2025" b="1">
                <a:solidFill>
                  <a:srgbClr val="132B3B"/>
                </a:solidFill>
                <a:latin typeface="맑은 고딕"/>
                <a:ea typeface="맑은 고딕"/>
                <a:cs typeface="맑은 고딕"/>
              </a:defRPr>
            </a:lvl7pPr>
            <a:lvl8pPr algn="l">
              <a:defRPr sz="2025" b="1">
                <a:solidFill>
                  <a:srgbClr val="132B3B"/>
                </a:solidFill>
                <a:latin typeface="맑은 고딕"/>
                <a:ea typeface="맑은 고딕"/>
                <a:cs typeface="맑은 고딕"/>
              </a:defRPr>
            </a:lvl8pPr>
            <a:lvl9pPr algn="l">
              <a:defRPr sz="2025" b="1">
                <a:solidFill>
                  <a:srgbClr val="132B3B"/>
                </a:solidFill>
                <a:latin typeface="맑은 고딕"/>
                <a:ea typeface="맑은 고딕"/>
                <a:cs typeface="맑은 고딕"/>
              </a:defRPr>
            </a:lvl9pPr>
          </a:lstStyle>
          <a:p xmlns:a="http://schemas.openxmlformats.org/drawingml/2006/main">
            <a:pPr algn="l">
              <a:defRPr sz="2025" b="1">
                <a:solidFill>
                  <a:srgbClr val="132B3B"/>
                </a:solidFill>
                <a:latin typeface="맑은 고딕"/>
                <a:ea typeface="맑은 고딕"/>
                <a:cs typeface="맑은 고딕"/>
              </a:defRPr>
            </a:pPr>
            <a:r>
              <a:rPr sz="2025" b="1">
                <a:solidFill>
                  <a:srgbClr val="132B3B"/>
                </a:solidFill>
                <a:latin typeface="맑은 고딕"/>
                <a:ea typeface="맑은 고딕"/>
                <a:cs typeface="맑은 고딕"/>
              </a:rPr>
              <a:t>Brier는 낮을수록 좋다. MLP는 11개 시점 중 10개에서 상수보다 오차가 컸다</a:t>
            </a:r>
          </a:p>
        </p:txBody>
      </p:sp>
      <p:sp>
        <p:nvSpPr>
          <p:cNvPr id="6" name="">
            <a:extLst xmlns:a="http://schemas.openxmlformats.org/drawingml/2006/main">
              <a:ext uri="{FF2B5EF4-FFF2-40B4-BE49-F238E27FC236}">
                <a16:creationId xmlns:a16="http://schemas.microsoft.com/office/drawing/2014/main" id="{0D69D7D3-5D99-4A3D-A169-BB716BF55153}"/>
              </a:ext>
            </a:extLst>
          </p:cNvPr>
          <p:cNvSpPr>
            <a:spLocks xmlns:a="http://schemas.openxmlformats.org/drawingml/2006/main" noGrp="1"/>
          </p:cNvSpPr>
          <p:nvPr/>
        </p:nvSpPr>
        <p:spPr>
          <a:xfrm xmlns:a="http://schemas.openxmlformats.org/drawingml/2006/main">
            <a:off x="685800" y="59340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C6D75"/>
                </a:solidFill>
                <a:latin typeface="맑은 고딕"/>
                <a:ea typeface="맑은 고딕"/>
                <a:cs typeface="맑은 고딕"/>
              </a:defRPr>
            </a:defPPr>
            <a:lvl1pPr algn="l">
              <a:defRPr sz="1725" b="0">
                <a:solidFill>
                  <a:srgbClr val="5C6D75"/>
                </a:solidFill>
                <a:latin typeface="맑은 고딕"/>
                <a:ea typeface="맑은 고딕"/>
                <a:cs typeface="맑은 고딕"/>
              </a:defRPr>
            </a:lvl1pPr>
            <a:lvl2pPr algn="l">
              <a:defRPr sz="1725" b="0">
                <a:solidFill>
                  <a:srgbClr val="5C6D75"/>
                </a:solidFill>
                <a:latin typeface="맑은 고딕"/>
                <a:ea typeface="맑은 고딕"/>
                <a:cs typeface="맑은 고딕"/>
              </a:defRPr>
            </a:lvl2pPr>
            <a:lvl3pPr algn="l">
              <a:defRPr sz="1725" b="0">
                <a:solidFill>
                  <a:srgbClr val="5C6D75"/>
                </a:solidFill>
                <a:latin typeface="맑은 고딕"/>
                <a:ea typeface="맑은 고딕"/>
                <a:cs typeface="맑은 고딕"/>
              </a:defRPr>
            </a:lvl3pPr>
            <a:lvl4pPr algn="l">
              <a:defRPr sz="1725" b="0">
                <a:solidFill>
                  <a:srgbClr val="5C6D75"/>
                </a:solidFill>
                <a:latin typeface="맑은 고딕"/>
                <a:ea typeface="맑은 고딕"/>
                <a:cs typeface="맑은 고딕"/>
              </a:defRPr>
            </a:lvl4pPr>
            <a:lvl5pPr algn="l">
              <a:defRPr sz="1725" b="0">
                <a:solidFill>
                  <a:srgbClr val="5C6D75"/>
                </a:solidFill>
                <a:latin typeface="맑은 고딕"/>
                <a:ea typeface="맑은 고딕"/>
                <a:cs typeface="맑은 고딕"/>
              </a:defRPr>
            </a:lvl5pPr>
            <a:lvl6pPr algn="l">
              <a:defRPr sz="1725" b="0">
                <a:solidFill>
                  <a:srgbClr val="5C6D75"/>
                </a:solidFill>
                <a:latin typeface="맑은 고딕"/>
                <a:ea typeface="맑은 고딕"/>
                <a:cs typeface="맑은 고딕"/>
              </a:defRPr>
            </a:lvl6pPr>
            <a:lvl7pPr algn="l">
              <a:defRPr sz="1725" b="0">
                <a:solidFill>
                  <a:srgbClr val="5C6D75"/>
                </a:solidFill>
                <a:latin typeface="맑은 고딕"/>
                <a:ea typeface="맑은 고딕"/>
                <a:cs typeface="맑은 고딕"/>
              </a:defRPr>
            </a:lvl7pPr>
            <a:lvl8pPr algn="l">
              <a:defRPr sz="1725" b="0">
                <a:solidFill>
                  <a:srgbClr val="5C6D75"/>
                </a:solidFill>
                <a:latin typeface="맑은 고딕"/>
                <a:ea typeface="맑은 고딕"/>
                <a:cs typeface="맑은 고딕"/>
              </a:defRPr>
            </a:lvl8pPr>
            <a:lvl9pPr algn="l">
              <a:defRPr sz="1725" b="0">
                <a:solidFill>
                  <a:srgbClr val="5C6D75"/>
                </a:solidFill>
                <a:latin typeface="맑은 고딕"/>
                <a:ea typeface="맑은 고딕"/>
                <a:cs typeface="맑은 고딕"/>
              </a:defRPr>
            </a:lvl9pPr>
          </a:lstStyle>
          <a:p xmlns:a="http://schemas.openxmlformats.org/drawingml/2006/main">
            <a:pPr algn="l">
              <a:defRPr sz="1725" b="0">
                <a:solidFill>
                  <a:srgbClr val="5C6D75"/>
                </a:solidFill>
                <a:latin typeface="맑은 고딕"/>
                <a:ea typeface="맑은 고딕"/>
                <a:cs typeface="맑은 고딕"/>
              </a:defRPr>
            </a:pPr>
            <a:r>
              <a:rPr sz="1725" b="0">
                <a:solidFill>
                  <a:srgbClr val="5C6D75"/>
                </a:solidFill>
                <a:latin typeface="맑은 고딕"/>
                <a:ea typeface="맑은 고딕"/>
                <a:cs typeface="맑은 고딕"/>
              </a:rPr>
              <a:t>목표 5–15분의 실제 프레임은 약 4–14분이다. 시점별 평가 표본은 20–21경기다</a:t>
            </a:r>
          </a:p>
        </p:txBody>
      </p:sp>
    </p:spTree>
    <p:extLst>
      <p:ext uri="{BB962C8B-B14F-4D97-AF65-F5344CB8AC3E}">
        <p14:creationId xmlns:p14="http://schemas.microsoft.com/office/powerpoint/2010/main" val="13915521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39F7AFE-9A46-4492-AD8C-5E29D05A0529}"/>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자체 분석과 선택 보조 자료</a:t>
            </a:r>
          </a:p>
        </p:txBody>
      </p:sp>
      <p:sp>
        <p:nvSpPr>
          <p:cNvPr id="3" name="">
            <a:extLst xmlns:a="http://schemas.openxmlformats.org/drawingml/2006/main">
              <a:ext uri="{FF2B5EF4-FFF2-40B4-BE49-F238E27FC236}">
                <a16:creationId xmlns:a16="http://schemas.microsoft.com/office/drawing/2014/main" id="{6740E065-D83F-47AA-A6A4-B933F8B60311}"/>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12</a:t>
            </a:r>
          </a:p>
        </p:txBody>
      </p:sp>
      <p:sp>
        <p:nvSpPr>
          <p:cNvPr id="4" name="">
            <a:extLst xmlns:a="http://schemas.openxmlformats.org/drawingml/2006/main">
              <a:ext uri="{FF2B5EF4-FFF2-40B4-BE49-F238E27FC236}">
                <a16:creationId xmlns:a16="http://schemas.microsoft.com/office/drawing/2014/main" id="{146A1AE4-89C4-4071-8075-97C7DDF73486}"/>
              </a:ext>
            </a:extLst>
          </p:cNvPr>
          <p:cNvSpPr>
            <a:spLocks xmlns:a="http://schemas.openxmlformats.org/drawingml/2006/main" noGrp="1"/>
          </p:cNvSpPr>
          <p:nvPr/>
        </p:nvSpPr>
        <p:spPr>
          <a:xfrm xmlns:a="http://schemas.openxmlformats.org/drawingml/2006/main">
            <a:off x="685800" y="1562100"/>
            <a:ext cx="223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17A72"/>
                </a:solidFill>
                <a:latin typeface="맑은 고딕"/>
                <a:ea typeface="맑은 고딕"/>
                <a:cs typeface="맑은 고딕"/>
              </a:defRPr>
            </a:defPPr>
            <a:lvl1pPr algn="l">
              <a:defRPr sz="2100" b="1">
                <a:solidFill>
                  <a:srgbClr val="117A72"/>
                </a:solidFill>
                <a:latin typeface="맑은 고딕"/>
                <a:ea typeface="맑은 고딕"/>
                <a:cs typeface="맑은 고딕"/>
              </a:defRPr>
            </a:lvl1pPr>
            <a:lvl2pPr algn="l">
              <a:defRPr sz="2100" b="1">
                <a:solidFill>
                  <a:srgbClr val="117A72"/>
                </a:solidFill>
                <a:latin typeface="맑은 고딕"/>
                <a:ea typeface="맑은 고딕"/>
                <a:cs typeface="맑은 고딕"/>
              </a:defRPr>
            </a:lvl2pPr>
            <a:lvl3pPr algn="l">
              <a:defRPr sz="2100" b="1">
                <a:solidFill>
                  <a:srgbClr val="117A72"/>
                </a:solidFill>
                <a:latin typeface="맑은 고딕"/>
                <a:ea typeface="맑은 고딕"/>
                <a:cs typeface="맑은 고딕"/>
              </a:defRPr>
            </a:lvl3pPr>
            <a:lvl4pPr algn="l">
              <a:defRPr sz="2100" b="1">
                <a:solidFill>
                  <a:srgbClr val="117A72"/>
                </a:solidFill>
                <a:latin typeface="맑은 고딕"/>
                <a:ea typeface="맑은 고딕"/>
                <a:cs typeface="맑은 고딕"/>
              </a:defRPr>
            </a:lvl4pPr>
            <a:lvl5pPr algn="l">
              <a:defRPr sz="2100" b="1">
                <a:solidFill>
                  <a:srgbClr val="117A72"/>
                </a:solidFill>
                <a:latin typeface="맑은 고딕"/>
                <a:ea typeface="맑은 고딕"/>
                <a:cs typeface="맑은 고딕"/>
              </a:defRPr>
            </a:lvl5pPr>
            <a:lvl6pPr algn="l">
              <a:defRPr sz="2100" b="1">
                <a:solidFill>
                  <a:srgbClr val="117A72"/>
                </a:solidFill>
                <a:latin typeface="맑은 고딕"/>
                <a:ea typeface="맑은 고딕"/>
                <a:cs typeface="맑은 고딕"/>
              </a:defRPr>
            </a:lvl6pPr>
            <a:lvl7pPr algn="l">
              <a:defRPr sz="2100" b="1">
                <a:solidFill>
                  <a:srgbClr val="117A72"/>
                </a:solidFill>
                <a:latin typeface="맑은 고딕"/>
                <a:ea typeface="맑은 고딕"/>
                <a:cs typeface="맑은 고딕"/>
              </a:defRPr>
            </a:lvl7pPr>
            <a:lvl8pPr algn="l">
              <a:defRPr sz="2100" b="1">
                <a:solidFill>
                  <a:srgbClr val="117A72"/>
                </a:solidFill>
                <a:latin typeface="맑은 고딕"/>
                <a:ea typeface="맑은 고딕"/>
                <a:cs typeface="맑은 고딕"/>
              </a:defRPr>
            </a:lvl8pPr>
            <a:lvl9pPr algn="l">
              <a:defRPr sz="2100" b="1">
                <a:solidFill>
                  <a:srgbClr val="117A72"/>
                </a:solidFill>
                <a:latin typeface="맑은 고딕"/>
                <a:ea typeface="맑은 고딕"/>
                <a:cs typeface="맑은 고딕"/>
              </a:defRPr>
            </a:lvl9pPr>
          </a:lstStyle>
          <a:p xmlns:a="http://schemas.openxmlformats.org/drawingml/2006/main">
            <a:pPr algn="l">
              <a:defRPr sz="2100" b="1">
                <a:solidFill>
                  <a:srgbClr val="117A72"/>
                </a:solidFill>
                <a:latin typeface="맑은 고딕"/>
                <a:ea typeface="맑은 고딕"/>
                <a:cs typeface="맑은 고딕"/>
              </a:defRPr>
            </a:pPr>
            <a:r>
              <a:rPr sz="2100" b="1">
                <a:solidFill>
                  <a:srgbClr val="117A72"/>
                </a:solidFill>
                <a:latin typeface="맑은 고딕"/>
                <a:ea typeface="맑은 고딕"/>
                <a:cs typeface="맑은 고딕"/>
              </a:rPr>
              <a:t>프로필</a:t>
            </a:r>
          </a:p>
        </p:txBody>
      </p:sp>
      <p:sp>
        <p:nvSpPr>
          <p:cNvPr id="5" name="">
            <a:extLst xmlns:a="http://schemas.openxmlformats.org/drawingml/2006/main">
              <a:ext uri="{FF2B5EF4-FFF2-40B4-BE49-F238E27FC236}">
                <a16:creationId xmlns:a16="http://schemas.microsoft.com/office/drawing/2014/main" id="{78822E4B-F8E8-46DB-A572-F6E8EFCE204B}"/>
              </a:ext>
            </a:extLst>
          </p:cNvPr>
          <p:cNvSpPr>
            <a:spLocks xmlns:a="http://schemas.openxmlformats.org/drawingml/2006/main" noGrp="1"/>
          </p:cNvSpPr>
          <p:nvPr/>
        </p:nvSpPr>
        <p:spPr>
          <a:xfrm xmlns:a="http://schemas.openxmlformats.org/drawingml/2006/main">
            <a:off x="3048000" y="1562100"/>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223743"/>
                </a:solidFill>
                <a:latin typeface="맑은 고딕"/>
                <a:ea typeface="맑은 고딕"/>
                <a:cs typeface="맑은 고딕"/>
              </a:defRPr>
            </a:defPPr>
            <a:lvl1pPr algn="l">
              <a:defRPr sz="2100" b="0">
                <a:solidFill>
                  <a:srgbClr val="223743"/>
                </a:solidFill>
                <a:latin typeface="맑은 고딕"/>
                <a:ea typeface="맑은 고딕"/>
                <a:cs typeface="맑은 고딕"/>
              </a:defRPr>
            </a:lvl1pPr>
            <a:lvl2pPr algn="l">
              <a:defRPr sz="2100" b="0">
                <a:solidFill>
                  <a:srgbClr val="223743"/>
                </a:solidFill>
                <a:latin typeface="맑은 고딕"/>
                <a:ea typeface="맑은 고딕"/>
                <a:cs typeface="맑은 고딕"/>
              </a:defRPr>
            </a:lvl2pPr>
            <a:lvl3pPr algn="l">
              <a:defRPr sz="2100" b="0">
                <a:solidFill>
                  <a:srgbClr val="223743"/>
                </a:solidFill>
                <a:latin typeface="맑은 고딕"/>
                <a:ea typeface="맑은 고딕"/>
                <a:cs typeface="맑은 고딕"/>
              </a:defRPr>
            </a:lvl3pPr>
            <a:lvl4pPr algn="l">
              <a:defRPr sz="2100" b="0">
                <a:solidFill>
                  <a:srgbClr val="223743"/>
                </a:solidFill>
                <a:latin typeface="맑은 고딕"/>
                <a:ea typeface="맑은 고딕"/>
                <a:cs typeface="맑은 고딕"/>
              </a:defRPr>
            </a:lvl4pPr>
            <a:lvl5pPr algn="l">
              <a:defRPr sz="2100" b="0">
                <a:solidFill>
                  <a:srgbClr val="223743"/>
                </a:solidFill>
                <a:latin typeface="맑은 고딕"/>
                <a:ea typeface="맑은 고딕"/>
                <a:cs typeface="맑은 고딕"/>
              </a:defRPr>
            </a:lvl5pPr>
            <a:lvl6pPr algn="l">
              <a:defRPr sz="2100" b="0">
                <a:solidFill>
                  <a:srgbClr val="223743"/>
                </a:solidFill>
                <a:latin typeface="맑은 고딕"/>
                <a:ea typeface="맑은 고딕"/>
                <a:cs typeface="맑은 고딕"/>
              </a:defRPr>
            </a:lvl6pPr>
            <a:lvl7pPr algn="l">
              <a:defRPr sz="2100" b="0">
                <a:solidFill>
                  <a:srgbClr val="223743"/>
                </a:solidFill>
                <a:latin typeface="맑은 고딕"/>
                <a:ea typeface="맑은 고딕"/>
                <a:cs typeface="맑은 고딕"/>
              </a:defRPr>
            </a:lvl7pPr>
            <a:lvl8pPr algn="l">
              <a:defRPr sz="2100" b="0">
                <a:solidFill>
                  <a:srgbClr val="223743"/>
                </a:solidFill>
                <a:latin typeface="맑은 고딕"/>
                <a:ea typeface="맑은 고딕"/>
                <a:cs typeface="맑은 고딕"/>
              </a:defRPr>
            </a:lvl8pPr>
            <a:lvl9pPr algn="l">
              <a:defRPr sz="2100" b="0">
                <a:solidFill>
                  <a:srgbClr val="223743"/>
                </a:solidFill>
                <a:latin typeface="맑은 고딕"/>
                <a:ea typeface="맑은 고딕"/>
                <a:cs typeface="맑은 고딕"/>
              </a:defRPr>
            </a:lvl9pPr>
          </a:lstStyle>
          <a:p xmlns:a="http://schemas.openxmlformats.org/drawingml/2006/main">
            <a:pPr algn="l">
              <a:defRPr sz="2100" b="0">
                <a:solidFill>
                  <a:srgbClr val="223743"/>
                </a:solidFill>
                <a:latin typeface="맑은 고딕"/>
                <a:ea typeface="맑은 고딕"/>
                <a:cs typeface="맑은 고딕"/>
              </a:defRPr>
            </a:pPr>
            <a:r>
              <a:rPr sz="2100" b="0">
                <a:solidFill>
                  <a:srgbClr val="223743"/>
                </a:solidFill>
                <a:latin typeface="맑은 고딕"/>
                <a:ea typeface="맑은 고딕"/>
                <a:cs typeface="맑은 고딕"/>
              </a:rPr>
              <a:t>10인 전적표·상대 비교·역할과 챔피언 집계</a:t>
            </a:r>
          </a:p>
        </p:txBody>
      </p:sp>
      <p:sp>
        <p:nvSpPr>
          <p:cNvPr id="6" name="">
            <a:extLst xmlns:a="http://schemas.openxmlformats.org/drawingml/2006/main">
              <a:ext uri="{FF2B5EF4-FFF2-40B4-BE49-F238E27FC236}">
                <a16:creationId xmlns:a16="http://schemas.microsoft.com/office/drawing/2014/main" id="{0949FFAA-B785-4699-9ED9-6C3DA9845323}"/>
              </a:ext>
            </a:extLst>
          </p:cNvPr>
          <p:cNvSpPr>
            <a:spLocks xmlns:a="http://schemas.openxmlformats.org/drawingml/2006/main" noGrp="1"/>
          </p:cNvSpPr>
          <p:nvPr/>
        </p:nvSpPr>
        <p:spPr>
          <a:xfrm xmlns:a="http://schemas.openxmlformats.org/drawingml/2006/main">
            <a:off x="685800" y="2352675"/>
            <a:ext cx="223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17A72"/>
                </a:solidFill>
                <a:latin typeface="맑은 고딕"/>
                <a:ea typeface="맑은 고딕"/>
                <a:cs typeface="맑은 고딕"/>
              </a:defRPr>
            </a:defPPr>
            <a:lvl1pPr algn="l">
              <a:defRPr sz="2100" b="1">
                <a:solidFill>
                  <a:srgbClr val="117A72"/>
                </a:solidFill>
                <a:latin typeface="맑은 고딕"/>
                <a:ea typeface="맑은 고딕"/>
                <a:cs typeface="맑은 고딕"/>
              </a:defRPr>
            </a:lvl1pPr>
            <a:lvl2pPr algn="l">
              <a:defRPr sz="2100" b="1">
                <a:solidFill>
                  <a:srgbClr val="117A72"/>
                </a:solidFill>
                <a:latin typeface="맑은 고딕"/>
                <a:ea typeface="맑은 고딕"/>
                <a:cs typeface="맑은 고딕"/>
              </a:defRPr>
            </a:lvl2pPr>
            <a:lvl3pPr algn="l">
              <a:defRPr sz="2100" b="1">
                <a:solidFill>
                  <a:srgbClr val="117A72"/>
                </a:solidFill>
                <a:latin typeface="맑은 고딕"/>
                <a:ea typeface="맑은 고딕"/>
                <a:cs typeface="맑은 고딕"/>
              </a:defRPr>
            </a:lvl3pPr>
            <a:lvl4pPr algn="l">
              <a:defRPr sz="2100" b="1">
                <a:solidFill>
                  <a:srgbClr val="117A72"/>
                </a:solidFill>
                <a:latin typeface="맑은 고딕"/>
                <a:ea typeface="맑은 고딕"/>
                <a:cs typeface="맑은 고딕"/>
              </a:defRPr>
            </a:lvl4pPr>
            <a:lvl5pPr algn="l">
              <a:defRPr sz="2100" b="1">
                <a:solidFill>
                  <a:srgbClr val="117A72"/>
                </a:solidFill>
                <a:latin typeface="맑은 고딕"/>
                <a:ea typeface="맑은 고딕"/>
                <a:cs typeface="맑은 고딕"/>
              </a:defRPr>
            </a:lvl5pPr>
            <a:lvl6pPr algn="l">
              <a:defRPr sz="2100" b="1">
                <a:solidFill>
                  <a:srgbClr val="117A72"/>
                </a:solidFill>
                <a:latin typeface="맑은 고딕"/>
                <a:ea typeface="맑은 고딕"/>
                <a:cs typeface="맑은 고딕"/>
              </a:defRPr>
            </a:lvl6pPr>
            <a:lvl7pPr algn="l">
              <a:defRPr sz="2100" b="1">
                <a:solidFill>
                  <a:srgbClr val="117A72"/>
                </a:solidFill>
                <a:latin typeface="맑은 고딕"/>
                <a:ea typeface="맑은 고딕"/>
                <a:cs typeface="맑은 고딕"/>
              </a:defRPr>
            </a:lvl7pPr>
            <a:lvl8pPr algn="l">
              <a:defRPr sz="2100" b="1">
                <a:solidFill>
                  <a:srgbClr val="117A72"/>
                </a:solidFill>
                <a:latin typeface="맑은 고딕"/>
                <a:ea typeface="맑은 고딕"/>
                <a:cs typeface="맑은 고딕"/>
              </a:defRPr>
            </a:lvl8pPr>
            <a:lvl9pPr algn="l">
              <a:defRPr sz="2100" b="1">
                <a:solidFill>
                  <a:srgbClr val="117A72"/>
                </a:solidFill>
                <a:latin typeface="맑은 고딕"/>
                <a:ea typeface="맑은 고딕"/>
                <a:cs typeface="맑은 고딕"/>
              </a:defRPr>
            </a:lvl9pPr>
          </a:lstStyle>
          <a:p xmlns:a="http://schemas.openxmlformats.org/drawingml/2006/main">
            <a:pPr algn="l">
              <a:defRPr sz="2100" b="1">
                <a:solidFill>
                  <a:srgbClr val="117A72"/>
                </a:solidFill>
                <a:latin typeface="맑은 고딕"/>
                <a:ea typeface="맑은 고딕"/>
                <a:cs typeface="맑은 고딕"/>
              </a:defRPr>
            </a:pPr>
            <a:r>
              <a:rPr sz="2100" b="1">
                <a:solidFill>
                  <a:srgbClr val="117A72"/>
                </a:solidFill>
                <a:latin typeface="맑은 고딕"/>
                <a:ea typeface="맑은 고딕"/>
                <a:cs typeface="맑은 고딕"/>
              </a:rPr>
              <a:t>자기 기록 비교</a:t>
            </a:r>
          </a:p>
        </p:txBody>
      </p:sp>
      <p:sp>
        <p:nvSpPr>
          <p:cNvPr id="7" name="">
            <a:extLst xmlns:a="http://schemas.openxmlformats.org/drawingml/2006/main">
              <a:ext uri="{FF2B5EF4-FFF2-40B4-BE49-F238E27FC236}">
                <a16:creationId xmlns:a16="http://schemas.microsoft.com/office/drawing/2014/main" id="{5A271B84-412B-45F3-9F61-096D30C078B3}"/>
              </a:ext>
            </a:extLst>
          </p:cNvPr>
          <p:cNvSpPr>
            <a:spLocks xmlns:a="http://schemas.openxmlformats.org/drawingml/2006/main" noGrp="1"/>
          </p:cNvSpPr>
          <p:nvPr/>
        </p:nvSpPr>
        <p:spPr>
          <a:xfrm xmlns:a="http://schemas.openxmlformats.org/drawingml/2006/main">
            <a:off x="3048000" y="235267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223743"/>
                </a:solidFill>
                <a:latin typeface="맑은 고딕"/>
                <a:ea typeface="맑은 고딕"/>
                <a:cs typeface="맑은 고딕"/>
              </a:defRPr>
            </a:defPPr>
            <a:lvl1pPr algn="l">
              <a:defRPr sz="2100" b="0">
                <a:solidFill>
                  <a:srgbClr val="223743"/>
                </a:solidFill>
                <a:latin typeface="맑은 고딕"/>
                <a:ea typeface="맑은 고딕"/>
                <a:cs typeface="맑은 고딕"/>
              </a:defRPr>
            </a:lvl1pPr>
            <a:lvl2pPr algn="l">
              <a:defRPr sz="2100" b="0">
                <a:solidFill>
                  <a:srgbClr val="223743"/>
                </a:solidFill>
                <a:latin typeface="맑은 고딕"/>
                <a:ea typeface="맑은 고딕"/>
                <a:cs typeface="맑은 고딕"/>
              </a:defRPr>
            </a:lvl2pPr>
            <a:lvl3pPr algn="l">
              <a:defRPr sz="2100" b="0">
                <a:solidFill>
                  <a:srgbClr val="223743"/>
                </a:solidFill>
                <a:latin typeface="맑은 고딕"/>
                <a:ea typeface="맑은 고딕"/>
                <a:cs typeface="맑은 고딕"/>
              </a:defRPr>
            </a:lvl3pPr>
            <a:lvl4pPr algn="l">
              <a:defRPr sz="2100" b="0">
                <a:solidFill>
                  <a:srgbClr val="223743"/>
                </a:solidFill>
                <a:latin typeface="맑은 고딕"/>
                <a:ea typeface="맑은 고딕"/>
                <a:cs typeface="맑은 고딕"/>
              </a:defRPr>
            </a:lvl4pPr>
            <a:lvl5pPr algn="l">
              <a:defRPr sz="2100" b="0">
                <a:solidFill>
                  <a:srgbClr val="223743"/>
                </a:solidFill>
                <a:latin typeface="맑은 고딕"/>
                <a:ea typeface="맑은 고딕"/>
                <a:cs typeface="맑은 고딕"/>
              </a:defRPr>
            </a:lvl5pPr>
            <a:lvl6pPr algn="l">
              <a:defRPr sz="2100" b="0">
                <a:solidFill>
                  <a:srgbClr val="223743"/>
                </a:solidFill>
                <a:latin typeface="맑은 고딕"/>
                <a:ea typeface="맑은 고딕"/>
                <a:cs typeface="맑은 고딕"/>
              </a:defRPr>
            </a:lvl6pPr>
            <a:lvl7pPr algn="l">
              <a:defRPr sz="2100" b="0">
                <a:solidFill>
                  <a:srgbClr val="223743"/>
                </a:solidFill>
                <a:latin typeface="맑은 고딕"/>
                <a:ea typeface="맑은 고딕"/>
                <a:cs typeface="맑은 고딕"/>
              </a:defRPr>
            </a:lvl7pPr>
            <a:lvl8pPr algn="l">
              <a:defRPr sz="2100" b="0">
                <a:solidFill>
                  <a:srgbClr val="223743"/>
                </a:solidFill>
                <a:latin typeface="맑은 고딕"/>
                <a:ea typeface="맑은 고딕"/>
                <a:cs typeface="맑은 고딕"/>
              </a:defRPr>
            </a:lvl8pPr>
            <a:lvl9pPr algn="l">
              <a:defRPr sz="2100" b="0">
                <a:solidFill>
                  <a:srgbClr val="223743"/>
                </a:solidFill>
                <a:latin typeface="맑은 고딕"/>
                <a:ea typeface="맑은 고딕"/>
                <a:cs typeface="맑은 고딕"/>
              </a:defRPr>
            </a:lvl9pPr>
          </a:lstStyle>
          <a:p xmlns:a="http://schemas.openxmlformats.org/drawingml/2006/main">
            <a:pPr algn="l">
              <a:defRPr sz="2100" b="0">
                <a:solidFill>
                  <a:srgbClr val="223743"/>
                </a:solidFill>
                <a:latin typeface="맑은 고딕"/>
                <a:ea typeface="맑은 고딕"/>
                <a:cs typeface="맑은 고딕"/>
              </a:defRPr>
            </a:pPr>
            <a:r>
              <a:rPr sz="2100" b="0">
                <a:solidFill>
                  <a:srgbClr val="223743"/>
                </a:solidFill>
                <a:latin typeface="맑은 고딕"/>
                <a:ea typeface="맑은 고딕"/>
                <a:cs typeface="맑은 고딕"/>
              </a:rPr>
              <a:t>본인과 현재 경기를 제외한 역할별 참고 표본</a:t>
            </a:r>
          </a:p>
        </p:txBody>
      </p:sp>
      <p:sp>
        <p:nvSpPr>
          <p:cNvPr id="8" name="">
            <a:extLst xmlns:a="http://schemas.openxmlformats.org/drawingml/2006/main">
              <a:ext uri="{FF2B5EF4-FFF2-40B4-BE49-F238E27FC236}">
                <a16:creationId xmlns:a16="http://schemas.microsoft.com/office/drawing/2014/main" id="{FDC6C62C-1B94-4743-A521-00C1FD3D9866}"/>
              </a:ext>
            </a:extLst>
          </p:cNvPr>
          <p:cNvSpPr>
            <a:spLocks xmlns:a="http://schemas.openxmlformats.org/drawingml/2006/main" noGrp="1"/>
          </p:cNvSpPr>
          <p:nvPr/>
        </p:nvSpPr>
        <p:spPr>
          <a:xfrm xmlns:a="http://schemas.openxmlformats.org/drawingml/2006/main">
            <a:off x="685800" y="3143250"/>
            <a:ext cx="223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17A72"/>
                </a:solidFill>
                <a:latin typeface="맑은 고딕"/>
                <a:ea typeface="맑은 고딕"/>
                <a:cs typeface="맑은 고딕"/>
              </a:defRPr>
            </a:defPPr>
            <a:lvl1pPr algn="l">
              <a:defRPr sz="2100" b="1">
                <a:solidFill>
                  <a:srgbClr val="117A72"/>
                </a:solidFill>
                <a:latin typeface="맑은 고딕"/>
                <a:ea typeface="맑은 고딕"/>
                <a:cs typeface="맑은 고딕"/>
              </a:defRPr>
            </a:lvl1pPr>
            <a:lvl2pPr algn="l">
              <a:defRPr sz="2100" b="1">
                <a:solidFill>
                  <a:srgbClr val="117A72"/>
                </a:solidFill>
                <a:latin typeface="맑은 고딕"/>
                <a:ea typeface="맑은 고딕"/>
                <a:cs typeface="맑은 고딕"/>
              </a:defRPr>
            </a:lvl2pPr>
            <a:lvl3pPr algn="l">
              <a:defRPr sz="2100" b="1">
                <a:solidFill>
                  <a:srgbClr val="117A72"/>
                </a:solidFill>
                <a:latin typeface="맑은 고딕"/>
                <a:ea typeface="맑은 고딕"/>
                <a:cs typeface="맑은 고딕"/>
              </a:defRPr>
            </a:lvl3pPr>
            <a:lvl4pPr algn="l">
              <a:defRPr sz="2100" b="1">
                <a:solidFill>
                  <a:srgbClr val="117A72"/>
                </a:solidFill>
                <a:latin typeface="맑은 고딕"/>
                <a:ea typeface="맑은 고딕"/>
                <a:cs typeface="맑은 고딕"/>
              </a:defRPr>
            </a:lvl4pPr>
            <a:lvl5pPr algn="l">
              <a:defRPr sz="2100" b="1">
                <a:solidFill>
                  <a:srgbClr val="117A72"/>
                </a:solidFill>
                <a:latin typeface="맑은 고딕"/>
                <a:ea typeface="맑은 고딕"/>
                <a:cs typeface="맑은 고딕"/>
              </a:defRPr>
            </a:lvl5pPr>
            <a:lvl6pPr algn="l">
              <a:defRPr sz="2100" b="1">
                <a:solidFill>
                  <a:srgbClr val="117A72"/>
                </a:solidFill>
                <a:latin typeface="맑은 고딕"/>
                <a:ea typeface="맑은 고딕"/>
                <a:cs typeface="맑은 고딕"/>
              </a:defRPr>
            </a:lvl6pPr>
            <a:lvl7pPr algn="l">
              <a:defRPr sz="2100" b="1">
                <a:solidFill>
                  <a:srgbClr val="117A72"/>
                </a:solidFill>
                <a:latin typeface="맑은 고딕"/>
                <a:ea typeface="맑은 고딕"/>
                <a:cs typeface="맑은 고딕"/>
              </a:defRPr>
            </a:lvl7pPr>
            <a:lvl8pPr algn="l">
              <a:defRPr sz="2100" b="1">
                <a:solidFill>
                  <a:srgbClr val="117A72"/>
                </a:solidFill>
                <a:latin typeface="맑은 고딕"/>
                <a:ea typeface="맑은 고딕"/>
                <a:cs typeface="맑은 고딕"/>
              </a:defRPr>
            </a:lvl8pPr>
            <a:lvl9pPr algn="l">
              <a:defRPr sz="2100" b="1">
                <a:solidFill>
                  <a:srgbClr val="117A72"/>
                </a:solidFill>
                <a:latin typeface="맑은 고딕"/>
                <a:ea typeface="맑은 고딕"/>
                <a:cs typeface="맑은 고딕"/>
              </a:defRPr>
            </a:lvl9pPr>
          </a:lstStyle>
          <a:p xmlns:a="http://schemas.openxmlformats.org/drawingml/2006/main">
            <a:pPr algn="l">
              <a:defRPr sz="2100" b="1">
                <a:solidFill>
                  <a:srgbClr val="117A72"/>
                </a:solidFill>
                <a:latin typeface="맑은 고딕"/>
                <a:ea typeface="맑은 고딕"/>
                <a:cs typeface="맑은 고딕"/>
              </a:defRPr>
            </a:pPr>
            <a:r>
              <a:rPr sz="2100" b="1">
                <a:solidFill>
                  <a:srgbClr val="117A72"/>
                </a:solidFill>
                <a:latin typeface="맑은 고딕"/>
                <a:ea typeface="맑은 고딕"/>
                <a:cs typeface="맑은 고딕"/>
              </a:rPr>
              <a:t>예측 검토</a:t>
            </a:r>
          </a:p>
        </p:txBody>
      </p:sp>
      <p:sp>
        <p:nvSpPr>
          <p:cNvPr id="9" name="">
            <a:extLst xmlns:a="http://schemas.openxmlformats.org/drawingml/2006/main">
              <a:ext uri="{FF2B5EF4-FFF2-40B4-BE49-F238E27FC236}">
                <a16:creationId xmlns:a16="http://schemas.microsoft.com/office/drawing/2014/main" id="{AE376814-CEFD-4253-881A-11DB19974738}"/>
              </a:ext>
            </a:extLst>
          </p:cNvPr>
          <p:cNvSpPr>
            <a:spLocks xmlns:a="http://schemas.openxmlformats.org/drawingml/2006/main" noGrp="1"/>
          </p:cNvSpPr>
          <p:nvPr/>
        </p:nvSpPr>
        <p:spPr>
          <a:xfrm xmlns:a="http://schemas.openxmlformats.org/drawingml/2006/main">
            <a:off x="3048000" y="3143250"/>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223743"/>
                </a:solidFill>
                <a:latin typeface="맑은 고딕"/>
                <a:ea typeface="맑은 고딕"/>
                <a:cs typeface="맑은 고딕"/>
              </a:defRPr>
            </a:defPPr>
            <a:lvl1pPr algn="l">
              <a:defRPr sz="2100" b="0">
                <a:solidFill>
                  <a:srgbClr val="223743"/>
                </a:solidFill>
                <a:latin typeface="맑은 고딕"/>
                <a:ea typeface="맑은 고딕"/>
                <a:cs typeface="맑은 고딕"/>
              </a:defRPr>
            </a:lvl1pPr>
            <a:lvl2pPr algn="l">
              <a:defRPr sz="2100" b="0">
                <a:solidFill>
                  <a:srgbClr val="223743"/>
                </a:solidFill>
                <a:latin typeface="맑은 고딕"/>
                <a:ea typeface="맑은 고딕"/>
                <a:cs typeface="맑은 고딕"/>
              </a:defRPr>
            </a:lvl2pPr>
            <a:lvl3pPr algn="l">
              <a:defRPr sz="2100" b="0">
                <a:solidFill>
                  <a:srgbClr val="223743"/>
                </a:solidFill>
                <a:latin typeface="맑은 고딕"/>
                <a:ea typeface="맑은 고딕"/>
                <a:cs typeface="맑은 고딕"/>
              </a:defRPr>
            </a:lvl3pPr>
            <a:lvl4pPr algn="l">
              <a:defRPr sz="2100" b="0">
                <a:solidFill>
                  <a:srgbClr val="223743"/>
                </a:solidFill>
                <a:latin typeface="맑은 고딕"/>
                <a:ea typeface="맑은 고딕"/>
                <a:cs typeface="맑은 고딕"/>
              </a:defRPr>
            </a:lvl4pPr>
            <a:lvl5pPr algn="l">
              <a:defRPr sz="2100" b="0">
                <a:solidFill>
                  <a:srgbClr val="223743"/>
                </a:solidFill>
                <a:latin typeface="맑은 고딕"/>
                <a:ea typeface="맑은 고딕"/>
                <a:cs typeface="맑은 고딕"/>
              </a:defRPr>
            </a:lvl5pPr>
            <a:lvl6pPr algn="l">
              <a:defRPr sz="2100" b="0">
                <a:solidFill>
                  <a:srgbClr val="223743"/>
                </a:solidFill>
                <a:latin typeface="맑은 고딕"/>
                <a:ea typeface="맑은 고딕"/>
                <a:cs typeface="맑은 고딕"/>
              </a:defRPr>
            </a:lvl6pPr>
            <a:lvl7pPr algn="l">
              <a:defRPr sz="2100" b="0">
                <a:solidFill>
                  <a:srgbClr val="223743"/>
                </a:solidFill>
                <a:latin typeface="맑은 고딕"/>
                <a:ea typeface="맑은 고딕"/>
                <a:cs typeface="맑은 고딕"/>
              </a:defRPr>
            </a:lvl7pPr>
            <a:lvl8pPr algn="l">
              <a:defRPr sz="2100" b="0">
                <a:solidFill>
                  <a:srgbClr val="223743"/>
                </a:solidFill>
                <a:latin typeface="맑은 고딕"/>
                <a:ea typeface="맑은 고딕"/>
                <a:cs typeface="맑은 고딕"/>
              </a:defRPr>
            </a:lvl8pPr>
            <a:lvl9pPr algn="l">
              <a:defRPr sz="2100" b="0">
                <a:solidFill>
                  <a:srgbClr val="223743"/>
                </a:solidFill>
                <a:latin typeface="맑은 고딕"/>
                <a:ea typeface="맑은 고딕"/>
                <a:cs typeface="맑은 고딕"/>
              </a:defRPr>
            </a:lvl9pPr>
          </a:lstStyle>
          <a:p xmlns:a="http://schemas.openxmlformats.org/drawingml/2006/main">
            <a:pPr algn="l">
              <a:defRPr sz="2100" b="0">
                <a:solidFill>
                  <a:srgbClr val="223743"/>
                </a:solidFill>
                <a:latin typeface="맑은 고딕"/>
                <a:ea typeface="맑은 고딕"/>
                <a:cs typeface="맑은 고딕"/>
              </a:defRPr>
            </a:pPr>
            <a:r>
              <a:rPr sz="2100" b="0">
                <a:solidFill>
                  <a:srgbClr val="223743"/>
                </a:solidFill>
                <a:latin typeface="맑은 고딕"/>
                <a:ea typeface="맑은 고딕"/>
                <a:cs typeface="맑은 고딕"/>
              </a:rPr>
              <a:t>입력 6개의 민감도와 관측 이벤트 시각</a:t>
            </a:r>
          </a:p>
        </p:txBody>
      </p:sp>
      <p:sp>
        <p:nvSpPr>
          <p:cNvPr id="10" name="">
            <a:extLst xmlns:a="http://schemas.openxmlformats.org/drawingml/2006/main">
              <a:ext uri="{FF2B5EF4-FFF2-40B4-BE49-F238E27FC236}">
                <a16:creationId xmlns:a16="http://schemas.microsoft.com/office/drawing/2014/main" id="{A5F10D7D-12D3-4342-B078-89593E9DC46C}"/>
              </a:ext>
            </a:extLst>
          </p:cNvPr>
          <p:cNvSpPr>
            <a:spLocks xmlns:a="http://schemas.openxmlformats.org/drawingml/2006/main" noGrp="1"/>
          </p:cNvSpPr>
          <p:nvPr/>
        </p:nvSpPr>
        <p:spPr>
          <a:xfrm xmlns:a="http://schemas.openxmlformats.org/drawingml/2006/main">
            <a:off x="685800" y="3933825"/>
            <a:ext cx="223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17A72"/>
                </a:solidFill>
                <a:latin typeface="맑은 고딕"/>
                <a:ea typeface="맑은 고딕"/>
                <a:cs typeface="맑은 고딕"/>
              </a:defRPr>
            </a:defPPr>
            <a:lvl1pPr algn="l">
              <a:defRPr sz="2100" b="1">
                <a:solidFill>
                  <a:srgbClr val="117A72"/>
                </a:solidFill>
                <a:latin typeface="맑은 고딕"/>
                <a:ea typeface="맑은 고딕"/>
                <a:cs typeface="맑은 고딕"/>
              </a:defRPr>
            </a:lvl1pPr>
            <a:lvl2pPr algn="l">
              <a:defRPr sz="2100" b="1">
                <a:solidFill>
                  <a:srgbClr val="117A72"/>
                </a:solidFill>
                <a:latin typeface="맑은 고딕"/>
                <a:ea typeface="맑은 고딕"/>
                <a:cs typeface="맑은 고딕"/>
              </a:defRPr>
            </a:lvl2pPr>
            <a:lvl3pPr algn="l">
              <a:defRPr sz="2100" b="1">
                <a:solidFill>
                  <a:srgbClr val="117A72"/>
                </a:solidFill>
                <a:latin typeface="맑은 고딕"/>
                <a:ea typeface="맑은 고딕"/>
                <a:cs typeface="맑은 고딕"/>
              </a:defRPr>
            </a:lvl3pPr>
            <a:lvl4pPr algn="l">
              <a:defRPr sz="2100" b="1">
                <a:solidFill>
                  <a:srgbClr val="117A72"/>
                </a:solidFill>
                <a:latin typeface="맑은 고딕"/>
                <a:ea typeface="맑은 고딕"/>
                <a:cs typeface="맑은 고딕"/>
              </a:defRPr>
            </a:lvl4pPr>
            <a:lvl5pPr algn="l">
              <a:defRPr sz="2100" b="1">
                <a:solidFill>
                  <a:srgbClr val="117A72"/>
                </a:solidFill>
                <a:latin typeface="맑은 고딕"/>
                <a:ea typeface="맑은 고딕"/>
                <a:cs typeface="맑은 고딕"/>
              </a:defRPr>
            </a:lvl5pPr>
            <a:lvl6pPr algn="l">
              <a:defRPr sz="2100" b="1">
                <a:solidFill>
                  <a:srgbClr val="117A72"/>
                </a:solidFill>
                <a:latin typeface="맑은 고딕"/>
                <a:ea typeface="맑은 고딕"/>
                <a:cs typeface="맑은 고딕"/>
              </a:defRPr>
            </a:lvl6pPr>
            <a:lvl7pPr algn="l">
              <a:defRPr sz="2100" b="1">
                <a:solidFill>
                  <a:srgbClr val="117A72"/>
                </a:solidFill>
                <a:latin typeface="맑은 고딕"/>
                <a:ea typeface="맑은 고딕"/>
                <a:cs typeface="맑은 고딕"/>
              </a:defRPr>
            </a:lvl7pPr>
            <a:lvl8pPr algn="l">
              <a:defRPr sz="2100" b="1">
                <a:solidFill>
                  <a:srgbClr val="117A72"/>
                </a:solidFill>
                <a:latin typeface="맑은 고딕"/>
                <a:ea typeface="맑은 고딕"/>
                <a:cs typeface="맑은 고딕"/>
              </a:defRPr>
            </a:lvl8pPr>
            <a:lvl9pPr algn="l">
              <a:defRPr sz="2100" b="1">
                <a:solidFill>
                  <a:srgbClr val="117A72"/>
                </a:solidFill>
                <a:latin typeface="맑은 고딕"/>
                <a:ea typeface="맑은 고딕"/>
                <a:cs typeface="맑은 고딕"/>
              </a:defRPr>
            </a:lvl9pPr>
          </a:lstStyle>
          <a:p xmlns:a="http://schemas.openxmlformats.org/drawingml/2006/main">
            <a:pPr algn="l">
              <a:defRPr sz="2100" b="1">
                <a:solidFill>
                  <a:srgbClr val="117A72"/>
                </a:solidFill>
                <a:latin typeface="맑은 고딕"/>
                <a:ea typeface="맑은 고딕"/>
                <a:cs typeface="맑은 고딕"/>
              </a:defRPr>
            </a:pPr>
            <a:r>
              <a:rPr sz="2100" b="1">
                <a:solidFill>
                  <a:srgbClr val="117A72"/>
                </a:solidFill>
                <a:latin typeface="맑은 고딕"/>
                <a:ea typeface="맑은 고딕"/>
                <a:cs typeface="맑은 고딕"/>
              </a:rPr>
              <a:t>현재 계정</a:t>
            </a:r>
          </a:p>
        </p:txBody>
      </p:sp>
      <p:sp>
        <p:nvSpPr>
          <p:cNvPr id="11" name="">
            <a:extLst xmlns:a="http://schemas.openxmlformats.org/drawingml/2006/main">
              <a:ext uri="{FF2B5EF4-FFF2-40B4-BE49-F238E27FC236}">
                <a16:creationId xmlns:a16="http://schemas.microsoft.com/office/drawing/2014/main" id="{64066088-F6EF-46C3-88A6-F24F977C2D94}"/>
              </a:ext>
            </a:extLst>
          </p:cNvPr>
          <p:cNvSpPr>
            <a:spLocks xmlns:a="http://schemas.openxmlformats.org/drawingml/2006/main" noGrp="1"/>
          </p:cNvSpPr>
          <p:nvPr/>
        </p:nvSpPr>
        <p:spPr>
          <a:xfrm xmlns:a="http://schemas.openxmlformats.org/drawingml/2006/main">
            <a:off x="3048000" y="39338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223743"/>
                </a:solidFill>
                <a:latin typeface="맑은 고딕"/>
                <a:ea typeface="맑은 고딕"/>
                <a:cs typeface="맑은 고딕"/>
              </a:defRPr>
            </a:defPPr>
            <a:lvl1pPr algn="l">
              <a:defRPr sz="2100" b="0">
                <a:solidFill>
                  <a:srgbClr val="223743"/>
                </a:solidFill>
                <a:latin typeface="맑은 고딕"/>
                <a:ea typeface="맑은 고딕"/>
                <a:cs typeface="맑은 고딕"/>
              </a:defRPr>
            </a:lvl1pPr>
            <a:lvl2pPr algn="l">
              <a:defRPr sz="2100" b="0">
                <a:solidFill>
                  <a:srgbClr val="223743"/>
                </a:solidFill>
                <a:latin typeface="맑은 고딕"/>
                <a:ea typeface="맑은 고딕"/>
                <a:cs typeface="맑은 고딕"/>
              </a:defRPr>
            </a:lvl2pPr>
            <a:lvl3pPr algn="l">
              <a:defRPr sz="2100" b="0">
                <a:solidFill>
                  <a:srgbClr val="223743"/>
                </a:solidFill>
                <a:latin typeface="맑은 고딕"/>
                <a:ea typeface="맑은 고딕"/>
                <a:cs typeface="맑은 고딕"/>
              </a:defRPr>
            </a:lvl3pPr>
            <a:lvl4pPr algn="l">
              <a:defRPr sz="2100" b="0">
                <a:solidFill>
                  <a:srgbClr val="223743"/>
                </a:solidFill>
                <a:latin typeface="맑은 고딕"/>
                <a:ea typeface="맑은 고딕"/>
                <a:cs typeface="맑은 고딕"/>
              </a:defRPr>
            </a:lvl4pPr>
            <a:lvl5pPr algn="l">
              <a:defRPr sz="2100" b="0">
                <a:solidFill>
                  <a:srgbClr val="223743"/>
                </a:solidFill>
                <a:latin typeface="맑은 고딕"/>
                <a:ea typeface="맑은 고딕"/>
                <a:cs typeface="맑은 고딕"/>
              </a:defRPr>
            </a:lvl5pPr>
            <a:lvl6pPr algn="l">
              <a:defRPr sz="2100" b="0">
                <a:solidFill>
                  <a:srgbClr val="223743"/>
                </a:solidFill>
                <a:latin typeface="맑은 고딕"/>
                <a:ea typeface="맑은 고딕"/>
                <a:cs typeface="맑은 고딕"/>
              </a:defRPr>
            </a:lvl6pPr>
            <a:lvl7pPr algn="l">
              <a:defRPr sz="2100" b="0">
                <a:solidFill>
                  <a:srgbClr val="223743"/>
                </a:solidFill>
                <a:latin typeface="맑은 고딕"/>
                <a:ea typeface="맑은 고딕"/>
                <a:cs typeface="맑은 고딕"/>
              </a:defRPr>
            </a:lvl7pPr>
            <a:lvl8pPr algn="l">
              <a:defRPr sz="2100" b="0">
                <a:solidFill>
                  <a:srgbClr val="223743"/>
                </a:solidFill>
                <a:latin typeface="맑은 고딕"/>
                <a:ea typeface="맑은 고딕"/>
                <a:cs typeface="맑은 고딕"/>
              </a:defRPr>
            </a:lvl8pPr>
            <a:lvl9pPr algn="l">
              <a:defRPr sz="2100" b="0">
                <a:solidFill>
                  <a:srgbClr val="223743"/>
                </a:solidFill>
                <a:latin typeface="맑은 고딕"/>
                <a:ea typeface="맑은 고딕"/>
                <a:cs typeface="맑은 고딕"/>
              </a:defRPr>
            </a:lvl9pPr>
          </a:lstStyle>
          <a:p xmlns:a="http://schemas.openxmlformats.org/drawingml/2006/main">
            <a:pPr algn="l">
              <a:defRPr sz="2100" b="0">
                <a:solidFill>
                  <a:srgbClr val="223743"/>
                </a:solidFill>
                <a:latin typeface="맑은 고딕"/>
                <a:ea typeface="맑은 고딕"/>
                <a:cs typeface="맑은 고딕"/>
              </a:defRPr>
            </a:pPr>
            <a:r>
              <a:rPr sz="2100" b="0">
                <a:solidFill>
                  <a:srgbClr val="223743"/>
                </a:solidFill>
                <a:latin typeface="맑은 고딕"/>
                <a:ea typeface="맑은 고딕"/>
                <a:cs typeface="맑은 고딕"/>
              </a:rPr>
              <a:t>현재 랭크 날짜별 저장·선택적 OP.GG 과거 기록</a:t>
            </a:r>
          </a:p>
        </p:txBody>
      </p:sp>
      <p:sp>
        <p:nvSpPr>
          <p:cNvPr id="12" name="">
            <a:extLst xmlns:a="http://schemas.openxmlformats.org/drawingml/2006/main">
              <a:ext uri="{FF2B5EF4-FFF2-40B4-BE49-F238E27FC236}">
                <a16:creationId xmlns:a16="http://schemas.microsoft.com/office/drawing/2014/main" id="{EE2AC321-2E79-49CE-A7F0-D33A140AC195}"/>
              </a:ext>
            </a:extLst>
          </p:cNvPr>
          <p:cNvSpPr>
            <a:spLocks xmlns:a="http://schemas.openxmlformats.org/drawingml/2006/main" noGrp="1"/>
          </p:cNvSpPr>
          <p:nvPr/>
        </p:nvSpPr>
        <p:spPr>
          <a:xfrm xmlns:a="http://schemas.openxmlformats.org/drawingml/2006/main">
            <a:off x="685800" y="4724400"/>
            <a:ext cx="223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17A72"/>
                </a:solidFill>
                <a:latin typeface="맑은 고딕"/>
                <a:ea typeface="맑은 고딕"/>
                <a:cs typeface="맑은 고딕"/>
              </a:defRPr>
            </a:defPPr>
            <a:lvl1pPr algn="l">
              <a:defRPr sz="2100" b="1">
                <a:solidFill>
                  <a:srgbClr val="117A72"/>
                </a:solidFill>
                <a:latin typeface="맑은 고딕"/>
                <a:ea typeface="맑은 고딕"/>
                <a:cs typeface="맑은 고딕"/>
              </a:defRPr>
            </a:lvl1pPr>
            <a:lvl2pPr algn="l">
              <a:defRPr sz="2100" b="1">
                <a:solidFill>
                  <a:srgbClr val="117A72"/>
                </a:solidFill>
                <a:latin typeface="맑은 고딕"/>
                <a:ea typeface="맑은 고딕"/>
                <a:cs typeface="맑은 고딕"/>
              </a:defRPr>
            </a:lvl2pPr>
            <a:lvl3pPr algn="l">
              <a:defRPr sz="2100" b="1">
                <a:solidFill>
                  <a:srgbClr val="117A72"/>
                </a:solidFill>
                <a:latin typeface="맑은 고딕"/>
                <a:ea typeface="맑은 고딕"/>
                <a:cs typeface="맑은 고딕"/>
              </a:defRPr>
            </a:lvl3pPr>
            <a:lvl4pPr algn="l">
              <a:defRPr sz="2100" b="1">
                <a:solidFill>
                  <a:srgbClr val="117A72"/>
                </a:solidFill>
                <a:latin typeface="맑은 고딕"/>
                <a:ea typeface="맑은 고딕"/>
                <a:cs typeface="맑은 고딕"/>
              </a:defRPr>
            </a:lvl4pPr>
            <a:lvl5pPr algn="l">
              <a:defRPr sz="2100" b="1">
                <a:solidFill>
                  <a:srgbClr val="117A72"/>
                </a:solidFill>
                <a:latin typeface="맑은 고딕"/>
                <a:ea typeface="맑은 고딕"/>
                <a:cs typeface="맑은 고딕"/>
              </a:defRPr>
            </a:lvl5pPr>
            <a:lvl6pPr algn="l">
              <a:defRPr sz="2100" b="1">
                <a:solidFill>
                  <a:srgbClr val="117A72"/>
                </a:solidFill>
                <a:latin typeface="맑은 고딕"/>
                <a:ea typeface="맑은 고딕"/>
                <a:cs typeface="맑은 고딕"/>
              </a:defRPr>
            </a:lvl6pPr>
            <a:lvl7pPr algn="l">
              <a:defRPr sz="2100" b="1">
                <a:solidFill>
                  <a:srgbClr val="117A72"/>
                </a:solidFill>
                <a:latin typeface="맑은 고딕"/>
                <a:ea typeface="맑은 고딕"/>
                <a:cs typeface="맑은 고딕"/>
              </a:defRPr>
            </a:lvl7pPr>
            <a:lvl8pPr algn="l">
              <a:defRPr sz="2100" b="1">
                <a:solidFill>
                  <a:srgbClr val="117A72"/>
                </a:solidFill>
                <a:latin typeface="맑은 고딕"/>
                <a:ea typeface="맑은 고딕"/>
                <a:cs typeface="맑은 고딕"/>
              </a:defRPr>
            </a:lvl8pPr>
            <a:lvl9pPr algn="l">
              <a:defRPr sz="2100" b="1">
                <a:solidFill>
                  <a:srgbClr val="117A72"/>
                </a:solidFill>
                <a:latin typeface="맑은 고딕"/>
                <a:ea typeface="맑은 고딕"/>
                <a:cs typeface="맑은 고딕"/>
              </a:defRPr>
            </a:lvl9pPr>
          </a:lstStyle>
          <a:p xmlns:a="http://schemas.openxmlformats.org/drawingml/2006/main">
            <a:pPr algn="l">
              <a:defRPr sz="2100" b="1">
                <a:solidFill>
                  <a:srgbClr val="117A72"/>
                </a:solidFill>
                <a:latin typeface="맑은 고딕"/>
                <a:ea typeface="맑은 고딕"/>
                <a:cs typeface="맑은 고딕"/>
              </a:defRPr>
            </a:pPr>
            <a:r>
              <a:rPr sz="2100" b="1">
                <a:solidFill>
                  <a:srgbClr val="117A72"/>
                </a:solidFill>
                <a:latin typeface="맑은 고딕"/>
                <a:ea typeface="맑은 고딕"/>
                <a:cs typeface="맑은 고딕"/>
              </a:rPr>
              <a:t>학습 자료</a:t>
            </a:r>
          </a:p>
        </p:txBody>
      </p:sp>
      <p:sp>
        <p:nvSpPr>
          <p:cNvPr id="13" name="">
            <a:extLst xmlns:a="http://schemas.openxmlformats.org/drawingml/2006/main">
              <a:ext uri="{FF2B5EF4-FFF2-40B4-BE49-F238E27FC236}">
                <a16:creationId xmlns:a16="http://schemas.microsoft.com/office/drawing/2014/main" id="{4984AB05-11C0-45AD-8B02-985626885A3E}"/>
              </a:ext>
            </a:extLst>
          </p:cNvPr>
          <p:cNvSpPr>
            <a:spLocks xmlns:a="http://schemas.openxmlformats.org/drawingml/2006/main" noGrp="1"/>
          </p:cNvSpPr>
          <p:nvPr/>
        </p:nvSpPr>
        <p:spPr>
          <a:xfrm xmlns:a="http://schemas.openxmlformats.org/drawingml/2006/main">
            <a:off x="3048000" y="4724400"/>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223743"/>
                </a:solidFill>
                <a:latin typeface="맑은 고딕"/>
                <a:ea typeface="맑은 고딕"/>
                <a:cs typeface="맑은 고딕"/>
              </a:defRPr>
            </a:defPPr>
            <a:lvl1pPr algn="l">
              <a:defRPr sz="2100" b="0">
                <a:solidFill>
                  <a:srgbClr val="223743"/>
                </a:solidFill>
                <a:latin typeface="맑은 고딕"/>
                <a:ea typeface="맑은 고딕"/>
                <a:cs typeface="맑은 고딕"/>
              </a:defRPr>
            </a:lvl1pPr>
            <a:lvl2pPr algn="l">
              <a:defRPr sz="2100" b="0">
                <a:solidFill>
                  <a:srgbClr val="223743"/>
                </a:solidFill>
                <a:latin typeface="맑은 고딕"/>
                <a:ea typeface="맑은 고딕"/>
                <a:cs typeface="맑은 고딕"/>
              </a:defRPr>
            </a:lvl2pPr>
            <a:lvl3pPr algn="l">
              <a:defRPr sz="2100" b="0">
                <a:solidFill>
                  <a:srgbClr val="223743"/>
                </a:solidFill>
                <a:latin typeface="맑은 고딕"/>
                <a:ea typeface="맑은 고딕"/>
                <a:cs typeface="맑은 고딕"/>
              </a:defRPr>
            </a:lvl3pPr>
            <a:lvl4pPr algn="l">
              <a:defRPr sz="2100" b="0">
                <a:solidFill>
                  <a:srgbClr val="223743"/>
                </a:solidFill>
                <a:latin typeface="맑은 고딕"/>
                <a:ea typeface="맑은 고딕"/>
                <a:cs typeface="맑은 고딕"/>
              </a:defRPr>
            </a:lvl4pPr>
            <a:lvl5pPr algn="l">
              <a:defRPr sz="2100" b="0">
                <a:solidFill>
                  <a:srgbClr val="223743"/>
                </a:solidFill>
                <a:latin typeface="맑은 고딕"/>
                <a:ea typeface="맑은 고딕"/>
                <a:cs typeface="맑은 고딕"/>
              </a:defRPr>
            </a:lvl5pPr>
            <a:lvl6pPr algn="l">
              <a:defRPr sz="2100" b="0">
                <a:solidFill>
                  <a:srgbClr val="223743"/>
                </a:solidFill>
                <a:latin typeface="맑은 고딕"/>
                <a:ea typeface="맑은 고딕"/>
                <a:cs typeface="맑은 고딕"/>
              </a:defRPr>
            </a:lvl6pPr>
            <a:lvl7pPr algn="l">
              <a:defRPr sz="2100" b="0">
                <a:solidFill>
                  <a:srgbClr val="223743"/>
                </a:solidFill>
                <a:latin typeface="맑은 고딕"/>
                <a:ea typeface="맑은 고딕"/>
                <a:cs typeface="맑은 고딕"/>
              </a:defRPr>
            </a:lvl7pPr>
            <a:lvl8pPr algn="l">
              <a:defRPr sz="2100" b="0">
                <a:solidFill>
                  <a:srgbClr val="223743"/>
                </a:solidFill>
                <a:latin typeface="맑은 고딕"/>
                <a:ea typeface="맑은 고딕"/>
                <a:cs typeface="맑은 고딕"/>
              </a:defRPr>
            </a:lvl8pPr>
            <a:lvl9pPr algn="l">
              <a:defRPr sz="2100" b="0">
                <a:solidFill>
                  <a:srgbClr val="223743"/>
                </a:solidFill>
                <a:latin typeface="맑은 고딕"/>
                <a:ea typeface="맑은 고딕"/>
                <a:cs typeface="맑은 고딕"/>
              </a:defRPr>
            </a:lvl9pPr>
          </a:lstStyle>
          <a:p xmlns:a="http://schemas.openxmlformats.org/drawingml/2006/main">
            <a:pPr algn="l">
              <a:defRPr sz="2100" b="0">
                <a:solidFill>
                  <a:srgbClr val="223743"/>
                </a:solidFill>
                <a:latin typeface="맑은 고딕"/>
                <a:ea typeface="맑은 고딕"/>
                <a:cs typeface="맑은 고딕"/>
              </a:defRPr>
            </a:pPr>
            <a:r>
              <a:rPr sz="2100" b="0">
                <a:solidFill>
                  <a:srgbClr val="223743"/>
                </a:solidFill>
                <a:latin typeface="맑은 고딕"/>
                <a:ea typeface="맑은 고딕"/>
                <a:cs typeface="맑은 고딕"/>
              </a:rPr>
              <a:t>실제 YouTube 영상 조회와 통계 사이트 링크</a:t>
            </a:r>
          </a:p>
        </p:txBody>
      </p:sp>
      <p:sp>
        <p:nvSpPr>
          <p:cNvPr id="14" name="">
            <a:extLst xmlns:a="http://schemas.openxmlformats.org/drawingml/2006/main">
              <a:ext uri="{FF2B5EF4-FFF2-40B4-BE49-F238E27FC236}">
                <a16:creationId xmlns:a16="http://schemas.microsoft.com/office/drawing/2014/main" id="{CCDFA3AC-11E2-4B26-BF2B-0FCEA5751087}"/>
              </a:ext>
            </a:extLst>
          </p:cNvPr>
          <p:cNvSpPr>
            <a:spLocks xmlns:a="http://schemas.openxmlformats.org/drawingml/2006/main" noGrp="1"/>
          </p:cNvSpPr>
          <p:nvPr/>
        </p:nvSpPr>
        <p:spPr>
          <a:xfrm xmlns:a="http://schemas.openxmlformats.org/drawingml/2006/main">
            <a:off x="685800" y="58578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C6D75"/>
                </a:solidFill>
                <a:latin typeface="맑은 고딕"/>
                <a:ea typeface="맑은 고딕"/>
                <a:cs typeface="맑은 고딕"/>
              </a:defRPr>
            </a:defPPr>
            <a:lvl1pPr algn="l">
              <a:defRPr sz="1800" b="0">
                <a:solidFill>
                  <a:srgbClr val="5C6D75"/>
                </a:solidFill>
                <a:latin typeface="맑은 고딕"/>
                <a:ea typeface="맑은 고딕"/>
                <a:cs typeface="맑은 고딕"/>
              </a:defRPr>
            </a:lvl1pPr>
            <a:lvl2pPr algn="l">
              <a:defRPr sz="1800" b="0">
                <a:solidFill>
                  <a:srgbClr val="5C6D75"/>
                </a:solidFill>
                <a:latin typeface="맑은 고딕"/>
                <a:ea typeface="맑은 고딕"/>
                <a:cs typeface="맑은 고딕"/>
              </a:defRPr>
            </a:lvl2pPr>
            <a:lvl3pPr algn="l">
              <a:defRPr sz="1800" b="0">
                <a:solidFill>
                  <a:srgbClr val="5C6D75"/>
                </a:solidFill>
                <a:latin typeface="맑은 고딕"/>
                <a:ea typeface="맑은 고딕"/>
                <a:cs typeface="맑은 고딕"/>
              </a:defRPr>
            </a:lvl3pPr>
            <a:lvl4pPr algn="l">
              <a:defRPr sz="1800" b="0">
                <a:solidFill>
                  <a:srgbClr val="5C6D75"/>
                </a:solidFill>
                <a:latin typeface="맑은 고딕"/>
                <a:ea typeface="맑은 고딕"/>
                <a:cs typeface="맑은 고딕"/>
              </a:defRPr>
            </a:lvl4pPr>
            <a:lvl5pPr algn="l">
              <a:defRPr sz="1800" b="0">
                <a:solidFill>
                  <a:srgbClr val="5C6D75"/>
                </a:solidFill>
                <a:latin typeface="맑은 고딕"/>
                <a:ea typeface="맑은 고딕"/>
                <a:cs typeface="맑은 고딕"/>
              </a:defRPr>
            </a:lvl5pPr>
            <a:lvl6pPr algn="l">
              <a:defRPr sz="1800" b="0">
                <a:solidFill>
                  <a:srgbClr val="5C6D75"/>
                </a:solidFill>
                <a:latin typeface="맑은 고딕"/>
                <a:ea typeface="맑은 고딕"/>
                <a:cs typeface="맑은 고딕"/>
              </a:defRPr>
            </a:lvl6pPr>
            <a:lvl7pPr algn="l">
              <a:defRPr sz="1800" b="0">
                <a:solidFill>
                  <a:srgbClr val="5C6D75"/>
                </a:solidFill>
                <a:latin typeface="맑은 고딕"/>
                <a:ea typeface="맑은 고딕"/>
                <a:cs typeface="맑은 고딕"/>
              </a:defRPr>
            </a:lvl7pPr>
            <a:lvl8pPr algn="l">
              <a:defRPr sz="1800" b="0">
                <a:solidFill>
                  <a:srgbClr val="5C6D75"/>
                </a:solidFill>
                <a:latin typeface="맑은 고딕"/>
                <a:ea typeface="맑은 고딕"/>
                <a:cs typeface="맑은 고딕"/>
              </a:defRPr>
            </a:lvl8pPr>
            <a:lvl9pPr algn="l">
              <a:defRPr sz="1800" b="0">
                <a:solidFill>
                  <a:srgbClr val="5C6D75"/>
                </a:solidFill>
                <a:latin typeface="맑은 고딕"/>
                <a:ea typeface="맑은 고딕"/>
                <a:cs typeface="맑은 고딕"/>
              </a:defRPr>
            </a:lvl9pPr>
          </a:lstStyle>
          <a:p xmlns:a="http://schemas.openxmlformats.org/drawingml/2006/main">
            <a:pPr algn="l">
              <a:defRPr sz="1800" b="0">
                <a:solidFill>
                  <a:srgbClr val="5C6D75"/>
                </a:solidFill>
                <a:latin typeface="맑은 고딕"/>
                <a:ea typeface="맑은 고딕"/>
                <a:cs typeface="맑은 고딕"/>
              </a:defRPr>
            </a:pPr>
            <a:r>
              <a:rPr sz="1800" b="0">
                <a:solidFill>
                  <a:srgbClr val="5C6D75"/>
                </a:solidFill>
                <a:latin typeface="맑은 고딕"/>
                <a:ea typeface="맑은 고딕"/>
                <a:cs typeface="맑은 고딕"/>
              </a:rPr>
              <a:t>외부 서비스는 보조 경로다. 전체 기능 복제나 코칭 효과를 주장하지 않는다</a:t>
            </a:r>
          </a:p>
        </p:txBody>
      </p:sp>
    </p:spTree>
    <p:extLst>
      <p:ext uri="{BB962C8B-B14F-4D97-AF65-F5344CB8AC3E}">
        <p14:creationId xmlns:p14="http://schemas.microsoft.com/office/powerpoint/2010/main" val="7162081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599B507-16DD-44AF-9C41-B745B647FCE2}"/>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B3B"/>
                </a:solidFill>
                <a:latin typeface="맑은 고딕"/>
                <a:ea typeface="맑은 고딕"/>
                <a:cs typeface="맑은 고딕"/>
              </a:defRPr>
            </a:defPPr>
            <a:lvl1pPr algn="l">
              <a:defRPr sz="3300" b="1">
                <a:solidFill>
                  <a:srgbClr val="132B3B"/>
                </a:solidFill>
                <a:latin typeface="맑은 고딕"/>
                <a:ea typeface="맑은 고딕"/>
                <a:cs typeface="맑은 고딕"/>
              </a:defRPr>
            </a:lvl1pPr>
            <a:lvl2pPr algn="l">
              <a:defRPr sz="3300" b="1">
                <a:solidFill>
                  <a:srgbClr val="132B3B"/>
                </a:solidFill>
                <a:latin typeface="맑은 고딕"/>
                <a:ea typeface="맑은 고딕"/>
                <a:cs typeface="맑은 고딕"/>
              </a:defRPr>
            </a:lvl2pPr>
            <a:lvl3pPr algn="l">
              <a:defRPr sz="3300" b="1">
                <a:solidFill>
                  <a:srgbClr val="132B3B"/>
                </a:solidFill>
                <a:latin typeface="맑은 고딕"/>
                <a:ea typeface="맑은 고딕"/>
                <a:cs typeface="맑은 고딕"/>
              </a:defRPr>
            </a:lvl3pPr>
            <a:lvl4pPr algn="l">
              <a:defRPr sz="3300" b="1">
                <a:solidFill>
                  <a:srgbClr val="132B3B"/>
                </a:solidFill>
                <a:latin typeface="맑은 고딕"/>
                <a:ea typeface="맑은 고딕"/>
                <a:cs typeface="맑은 고딕"/>
              </a:defRPr>
            </a:lvl4pPr>
            <a:lvl5pPr algn="l">
              <a:defRPr sz="3300" b="1">
                <a:solidFill>
                  <a:srgbClr val="132B3B"/>
                </a:solidFill>
                <a:latin typeface="맑은 고딕"/>
                <a:ea typeface="맑은 고딕"/>
                <a:cs typeface="맑은 고딕"/>
              </a:defRPr>
            </a:lvl5pPr>
            <a:lvl6pPr algn="l">
              <a:defRPr sz="3300" b="1">
                <a:solidFill>
                  <a:srgbClr val="132B3B"/>
                </a:solidFill>
                <a:latin typeface="맑은 고딕"/>
                <a:ea typeface="맑은 고딕"/>
                <a:cs typeface="맑은 고딕"/>
              </a:defRPr>
            </a:lvl6pPr>
            <a:lvl7pPr algn="l">
              <a:defRPr sz="3300" b="1">
                <a:solidFill>
                  <a:srgbClr val="132B3B"/>
                </a:solidFill>
                <a:latin typeface="맑은 고딕"/>
                <a:ea typeface="맑은 고딕"/>
                <a:cs typeface="맑은 고딕"/>
              </a:defRPr>
            </a:lvl7pPr>
            <a:lvl8pPr algn="l">
              <a:defRPr sz="3300" b="1">
                <a:solidFill>
                  <a:srgbClr val="132B3B"/>
                </a:solidFill>
                <a:latin typeface="맑은 고딕"/>
                <a:ea typeface="맑은 고딕"/>
                <a:cs typeface="맑은 고딕"/>
              </a:defRPr>
            </a:lvl8pPr>
            <a:lvl9pPr algn="l">
              <a:defRPr sz="3300" b="1">
                <a:solidFill>
                  <a:srgbClr val="132B3B"/>
                </a:solidFill>
                <a:latin typeface="맑은 고딕"/>
                <a:ea typeface="맑은 고딕"/>
                <a:cs typeface="맑은 고딕"/>
              </a:defRPr>
            </a:lvl9pPr>
          </a:lstStyle>
          <a:p xmlns:a="http://schemas.openxmlformats.org/drawingml/2006/main">
            <a:pPr algn="l">
              <a:defRPr sz="3300" b="1">
                <a:solidFill>
                  <a:srgbClr val="132B3B"/>
                </a:solidFill>
                <a:latin typeface="맑은 고딕"/>
                <a:ea typeface="맑은 고딕"/>
                <a:cs typeface="맑은 고딕"/>
              </a:defRPr>
            </a:pPr>
            <a:r>
              <a:rPr sz="3300" b="1">
                <a:solidFill>
                  <a:srgbClr val="132B3B"/>
                </a:solidFill>
                <a:latin typeface="맑은 고딕"/>
                <a:ea typeface="맑은 고딕"/>
                <a:cs typeface="맑은 고딕"/>
              </a:rPr>
              <a:t>자체 수집과 구매 및 스킬 이력</a:t>
            </a:r>
          </a:p>
        </p:txBody>
      </p:sp>
      <p:sp>
        <p:nvSpPr>
          <p:cNvPr id="2" name="">
            <a:extLst xmlns:a="http://schemas.openxmlformats.org/drawingml/2006/main">
              <a:ext uri="{FF2B5EF4-FFF2-40B4-BE49-F238E27FC236}">
                <a16:creationId xmlns:a16="http://schemas.microsoft.com/office/drawing/2014/main" id="{DC2404A2-0E54-4B1B-9C20-7D3ACD88D1FD}"/>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52646F"/>
                </a:solidFill>
                <a:latin typeface="맑은 고딕"/>
                <a:ea typeface="맑은 고딕"/>
                <a:cs typeface="맑은 고딕"/>
              </a:defRPr>
            </a:defPPr>
            <a:lvl1pPr algn="l">
              <a:defRPr sz="1350" b="0">
                <a:solidFill>
                  <a:srgbClr val="52646F"/>
                </a:solidFill>
                <a:latin typeface="맑은 고딕"/>
                <a:ea typeface="맑은 고딕"/>
                <a:cs typeface="맑은 고딕"/>
              </a:defRPr>
            </a:lvl1pPr>
            <a:lvl2pPr algn="l">
              <a:defRPr sz="1350" b="0">
                <a:solidFill>
                  <a:srgbClr val="52646F"/>
                </a:solidFill>
                <a:latin typeface="맑은 고딕"/>
                <a:ea typeface="맑은 고딕"/>
                <a:cs typeface="맑은 고딕"/>
              </a:defRPr>
            </a:lvl2pPr>
            <a:lvl3pPr algn="l">
              <a:defRPr sz="1350" b="0">
                <a:solidFill>
                  <a:srgbClr val="52646F"/>
                </a:solidFill>
                <a:latin typeface="맑은 고딕"/>
                <a:ea typeface="맑은 고딕"/>
                <a:cs typeface="맑은 고딕"/>
              </a:defRPr>
            </a:lvl3pPr>
            <a:lvl4pPr algn="l">
              <a:defRPr sz="1350" b="0">
                <a:solidFill>
                  <a:srgbClr val="52646F"/>
                </a:solidFill>
                <a:latin typeface="맑은 고딕"/>
                <a:ea typeface="맑은 고딕"/>
                <a:cs typeface="맑은 고딕"/>
              </a:defRPr>
            </a:lvl4pPr>
            <a:lvl5pPr algn="l">
              <a:defRPr sz="1350" b="0">
                <a:solidFill>
                  <a:srgbClr val="52646F"/>
                </a:solidFill>
                <a:latin typeface="맑은 고딕"/>
                <a:ea typeface="맑은 고딕"/>
                <a:cs typeface="맑은 고딕"/>
              </a:defRPr>
            </a:lvl5pPr>
            <a:lvl6pPr algn="l">
              <a:defRPr sz="1350" b="0">
                <a:solidFill>
                  <a:srgbClr val="52646F"/>
                </a:solidFill>
                <a:latin typeface="맑은 고딕"/>
                <a:ea typeface="맑은 고딕"/>
                <a:cs typeface="맑은 고딕"/>
              </a:defRPr>
            </a:lvl6pPr>
            <a:lvl7pPr algn="l">
              <a:defRPr sz="1350" b="0">
                <a:solidFill>
                  <a:srgbClr val="52646F"/>
                </a:solidFill>
                <a:latin typeface="맑은 고딕"/>
                <a:ea typeface="맑은 고딕"/>
                <a:cs typeface="맑은 고딕"/>
              </a:defRPr>
            </a:lvl7pPr>
            <a:lvl8pPr algn="l">
              <a:defRPr sz="1350" b="0">
                <a:solidFill>
                  <a:srgbClr val="52646F"/>
                </a:solidFill>
                <a:latin typeface="맑은 고딕"/>
                <a:ea typeface="맑은 고딕"/>
                <a:cs typeface="맑은 고딕"/>
              </a:defRPr>
            </a:lvl8pPr>
            <a:lvl9pPr algn="l">
              <a:defRPr sz="1350" b="0">
                <a:solidFill>
                  <a:srgbClr val="52646F"/>
                </a:solidFill>
                <a:latin typeface="맑은 고딕"/>
                <a:ea typeface="맑은 고딕"/>
                <a:cs typeface="맑은 고딕"/>
              </a:defRPr>
            </a:lvl9pPr>
          </a:lstStyle>
          <a:p xmlns:a="http://schemas.openxmlformats.org/drawingml/2006/main">
            <a:pPr algn="l">
              <a:defRPr sz="1350" b="0">
                <a:solidFill>
                  <a:srgbClr val="52646F"/>
                </a:solidFill>
                <a:latin typeface="맑은 고딕"/>
                <a:ea typeface="맑은 고딕"/>
                <a:cs typeface="맑은 고딕"/>
              </a:defRPr>
            </a:pPr>
            <a:r>
              <a:rPr sz="1350" b="0">
                <a:solidFill>
                  <a:srgbClr val="52646F"/>
                </a:solidFill>
                <a:latin typeface="맑은 고딕"/>
                <a:ea typeface="맑은 고딕"/>
                <a:cs typeface="맑은 고딕"/>
              </a:rPr>
              <a:t>13</a:t>
            </a:r>
          </a:p>
        </p:txBody>
      </p:sp>
      <p:sp>
        <p:nvSpPr>
          <p:cNvPr id="3" name="">
            <a:extLst xmlns:a="http://schemas.openxmlformats.org/drawingml/2006/main">
              <a:ext uri="{FF2B5EF4-FFF2-40B4-BE49-F238E27FC236}">
                <a16:creationId xmlns:a16="http://schemas.microsoft.com/office/drawing/2014/main" id="{A727E068-4B4F-4C12-8AC3-9418C2A9E6DC}"/>
              </a:ext>
            </a:extLst>
          </p:cNvPr>
          <p:cNvSpPr>
            <a:spLocks xmlns:a="http://schemas.openxmlformats.org/drawingml/2006/main" noGrp="1"/>
          </p:cNvSpPr>
          <p:nvPr/>
        </p:nvSpPr>
        <p:spPr>
          <a:xfrm xmlns:a="http://schemas.openxmlformats.org/drawingml/2006/main">
            <a:off x="685800" y="165735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0C7D80"/>
                </a:solidFill>
                <a:latin typeface="맑은 고딕"/>
                <a:ea typeface="맑은 고딕"/>
                <a:cs typeface="맑은 고딕"/>
              </a:defRPr>
            </a:defPPr>
            <a:lvl1pPr algn="l">
              <a:defRPr sz="2175" b="1">
                <a:solidFill>
                  <a:srgbClr val="0C7D80"/>
                </a:solidFill>
                <a:latin typeface="맑은 고딕"/>
                <a:ea typeface="맑은 고딕"/>
                <a:cs typeface="맑은 고딕"/>
              </a:defRPr>
            </a:lvl1pPr>
            <a:lvl2pPr algn="l">
              <a:defRPr sz="2175" b="1">
                <a:solidFill>
                  <a:srgbClr val="0C7D80"/>
                </a:solidFill>
                <a:latin typeface="맑은 고딕"/>
                <a:ea typeface="맑은 고딕"/>
                <a:cs typeface="맑은 고딕"/>
              </a:defRPr>
            </a:lvl2pPr>
            <a:lvl3pPr algn="l">
              <a:defRPr sz="2175" b="1">
                <a:solidFill>
                  <a:srgbClr val="0C7D80"/>
                </a:solidFill>
                <a:latin typeface="맑은 고딕"/>
                <a:ea typeface="맑은 고딕"/>
                <a:cs typeface="맑은 고딕"/>
              </a:defRPr>
            </a:lvl3pPr>
            <a:lvl4pPr algn="l">
              <a:defRPr sz="2175" b="1">
                <a:solidFill>
                  <a:srgbClr val="0C7D80"/>
                </a:solidFill>
                <a:latin typeface="맑은 고딕"/>
                <a:ea typeface="맑은 고딕"/>
                <a:cs typeface="맑은 고딕"/>
              </a:defRPr>
            </a:lvl4pPr>
            <a:lvl5pPr algn="l">
              <a:defRPr sz="2175" b="1">
                <a:solidFill>
                  <a:srgbClr val="0C7D80"/>
                </a:solidFill>
                <a:latin typeface="맑은 고딕"/>
                <a:ea typeface="맑은 고딕"/>
                <a:cs typeface="맑은 고딕"/>
              </a:defRPr>
            </a:lvl5pPr>
            <a:lvl6pPr algn="l">
              <a:defRPr sz="2175" b="1">
                <a:solidFill>
                  <a:srgbClr val="0C7D80"/>
                </a:solidFill>
                <a:latin typeface="맑은 고딕"/>
                <a:ea typeface="맑은 고딕"/>
                <a:cs typeface="맑은 고딕"/>
              </a:defRPr>
            </a:lvl6pPr>
            <a:lvl7pPr algn="l">
              <a:defRPr sz="2175" b="1">
                <a:solidFill>
                  <a:srgbClr val="0C7D80"/>
                </a:solidFill>
                <a:latin typeface="맑은 고딕"/>
                <a:ea typeface="맑은 고딕"/>
                <a:cs typeface="맑은 고딕"/>
              </a:defRPr>
            </a:lvl7pPr>
            <a:lvl8pPr algn="l">
              <a:defRPr sz="2175" b="1">
                <a:solidFill>
                  <a:srgbClr val="0C7D80"/>
                </a:solidFill>
                <a:latin typeface="맑은 고딕"/>
                <a:ea typeface="맑은 고딕"/>
                <a:cs typeface="맑은 고딕"/>
              </a:defRPr>
            </a:lvl8pPr>
            <a:lvl9pPr algn="l">
              <a:defRPr sz="2175" b="1">
                <a:solidFill>
                  <a:srgbClr val="0C7D80"/>
                </a:solidFill>
                <a:latin typeface="맑은 고딕"/>
                <a:ea typeface="맑은 고딕"/>
                <a:cs typeface="맑은 고딕"/>
              </a:defRPr>
            </a:lvl9pPr>
          </a:lstStyle>
          <a:p xmlns:a="http://schemas.openxmlformats.org/drawingml/2006/main">
            <a:pPr algn="l">
              <a:defRPr sz="2175" b="1">
                <a:solidFill>
                  <a:srgbClr val="0C7D80"/>
                </a:solidFill>
                <a:latin typeface="맑은 고딕"/>
                <a:ea typeface="맑은 고딕"/>
                <a:cs typeface="맑은 고딕"/>
              </a:defRPr>
            </a:pPr>
            <a:r>
              <a:rPr sz="2175" b="1">
                <a:solidFill>
                  <a:srgbClr val="0C7D80"/>
                </a:solidFill>
                <a:latin typeface="맑은 고딕"/>
                <a:ea typeface="맑은 고딕"/>
                <a:cs typeface="맑은 고딕"/>
              </a:rPr>
              <a:t>저장과 갱신</a:t>
            </a:r>
          </a:p>
        </p:txBody>
      </p:sp>
      <p:sp>
        <p:nvSpPr>
          <p:cNvPr id="4" name="">
            <a:extLst xmlns:a="http://schemas.openxmlformats.org/drawingml/2006/main">
              <a:ext uri="{FF2B5EF4-FFF2-40B4-BE49-F238E27FC236}">
                <a16:creationId xmlns:a16="http://schemas.microsoft.com/office/drawing/2014/main" id="{5C41D3A5-DB55-4C45-BE0F-EBB1DCCC8A7F}"/>
              </a:ext>
            </a:extLst>
          </p:cNvPr>
          <p:cNvSpPr>
            <a:spLocks xmlns:a="http://schemas.openxmlformats.org/drawingml/2006/main" noGrp="1"/>
          </p:cNvSpPr>
          <p:nvPr/>
        </p:nvSpPr>
        <p:spPr>
          <a:xfrm xmlns:a="http://schemas.openxmlformats.org/drawingml/2006/main">
            <a:off x="3143250" y="1657350"/>
            <a:ext cx="828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43A48"/>
                </a:solidFill>
                <a:latin typeface="맑은 고딕"/>
                <a:ea typeface="맑은 고딕"/>
                <a:cs typeface="맑은 고딕"/>
              </a:defRPr>
            </a:defPPr>
            <a:lvl1pPr algn="l">
              <a:defRPr sz="2175" b="0">
                <a:solidFill>
                  <a:srgbClr val="243A48"/>
                </a:solidFill>
                <a:latin typeface="맑은 고딕"/>
                <a:ea typeface="맑은 고딕"/>
                <a:cs typeface="맑은 고딕"/>
              </a:defRPr>
            </a:lvl1pPr>
            <a:lvl2pPr algn="l">
              <a:defRPr sz="2175" b="0">
                <a:solidFill>
                  <a:srgbClr val="243A48"/>
                </a:solidFill>
                <a:latin typeface="맑은 고딕"/>
                <a:ea typeface="맑은 고딕"/>
                <a:cs typeface="맑은 고딕"/>
              </a:defRPr>
            </a:lvl2pPr>
            <a:lvl3pPr algn="l">
              <a:defRPr sz="2175" b="0">
                <a:solidFill>
                  <a:srgbClr val="243A48"/>
                </a:solidFill>
                <a:latin typeface="맑은 고딕"/>
                <a:ea typeface="맑은 고딕"/>
                <a:cs typeface="맑은 고딕"/>
              </a:defRPr>
            </a:lvl3pPr>
            <a:lvl4pPr algn="l">
              <a:defRPr sz="2175" b="0">
                <a:solidFill>
                  <a:srgbClr val="243A48"/>
                </a:solidFill>
                <a:latin typeface="맑은 고딕"/>
                <a:ea typeface="맑은 고딕"/>
                <a:cs typeface="맑은 고딕"/>
              </a:defRPr>
            </a:lvl4pPr>
            <a:lvl5pPr algn="l">
              <a:defRPr sz="2175" b="0">
                <a:solidFill>
                  <a:srgbClr val="243A48"/>
                </a:solidFill>
                <a:latin typeface="맑은 고딕"/>
                <a:ea typeface="맑은 고딕"/>
                <a:cs typeface="맑은 고딕"/>
              </a:defRPr>
            </a:lvl5pPr>
            <a:lvl6pPr algn="l">
              <a:defRPr sz="2175" b="0">
                <a:solidFill>
                  <a:srgbClr val="243A48"/>
                </a:solidFill>
                <a:latin typeface="맑은 고딕"/>
                <a:ea typeface="맑은 고딕"/>
                <a:cs typeface="맑은 고딕"/>
              </a:defRPr>
            </a:lvl6pPr>
            <a:lvl7pPr algn="l">
              <a:defRPr sz="2175" b="0">
                <a:solidFill>
                  <a:srgbClr val="243A48"/>
                </a:solidFill>
                <a:latin typeface="맑은 고딕"/>
                <a:ea typeface="맑은 고딕"/>
                <a:cs typeface="맑은 고딕"/>
              </a:defRPr>
            </a:lvl7pPr>
            <a:lvl8pPr algn="l">
              <a:defRPr sz="2175" b="0">
                <a:solidFill>
                  <a:srgbClr val="243A48"/>
                </a:solidFill>
                <a:latin typeface="맑은 고딕"/>
                <a:ea typeface="맑은 고딕"/>
                <a:cs typeface="맑은 고딕"/>
              </a:defRPr>
            </a:lvl8pPr>
            <a:lvl9pPr algn="l">
              <a:defRPr sz="2175" b="0">
                <a:solidFill>
                  <a:srgbClr val="243A48"/>
                </a:solidFill>
                <a:latin typeface="맑은 고딕"/>
                <a:ea typeface="맑은 고딕"/>
                <a:cs typeface="맑은 고딕"/>
              </a:defRPr>
            </a:lvl9pPr>
          </a:lstStyle>
          <a:p xmlns:a="http://schemas.openxmlformats.org/drawingml/2006/main">
            <a:pPr algn="l">
              <a:defRPr sz="2175" b="0">
                <a:solidFill>
                  <a:srgbClr val="243A48"/>
                </a:solidFill>
                <a:latin typeface="맑은 고딕"/>
                <a:ea typeface="맑은 고딕"/>
                <a:cs typeface="맑은 고딕"/>
              </a:defRPr>
            </a:pPr>
            <a:r>
              <a:rPr sz="2175" b="0">
                <a:solidFill>
                  <a:srgbClr val="243A48"/>
                </a:solidFill>
                <a:latin typeface="맑은 고딕"/>
                <a:ea typeface="맑은 고딕"/>
                <a:cs typeface="맑은 고딕"/>
              </a:rPr>
              <a:t>실제 조회를 중복 없이 저장하고 자체 통계를 함께 갱신</a:t>
            </a:r>
          </a:p>
        </p:txBody>
      </p:sp>
      <p:sp>
        <p:nvSpPr>
          <p:cNvPr id="5" name="">
            <a:extLst xmlns:a="http://schemas.openxmlformats.org/drawingml/2006/main">
              <a:ext uri="{FF2B5EF4-FFF2-40B4-BE49-F238E27FC236}">
                <a16:creationId xmlns:a16="http://schemas.microsoft.com/office/drawing/2014/main" id="{E0895456-D04E-4B09-B32C-62D8A76A2A93}"/>
              </a:ext>
            </a:extLst>
          </p:cNvPr>
          <p:cNvSpPr>
            <a:spLocks xmlns:a="http://schemas.openxmlformats.org/drawingml/2006/main" noGrp="1"/>
          </p:cNvSpPr>
          <p:nvPr/>
        </p:nvSpPr>
        <p:spPr>
          <a:xfrm xmlns:a="http://schemas.openxmlformats.org/drawingml/2006/main">
            <a:off x="685800" y="257175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0C7D80"/>
                </a:solidFill>
                <a:latin typeface="맑은 고딕"/>
                <a:ea typeface="맑은 고딕"/>
                <a:cs typeface="맑은 고딕"/>
              </a:defRPr>
            </a:defPPr>
            <a:lvl1pPr algn="l">
              <a:defRPr sz="2175" b="1">
                <a:solidFill>
                  <a:srgbClr val="0C7D80"/>
                </a:solidFill>
                <a:latin typeface="맑은 고딕"/>
                <a:ea typeface="맑은 고딕"/>
                <a:cs typeface="맑은 고딕"/>
              </a:defRPr>
            </a:lvl1pPr>
            <a:lvl2pPr algn="l">
              <a:defRPr sz="2175" b="1">
                <a:solidFill>
                  <a:srgbClr val="0C7D80"/>
                </a:solidFill>
                <a:latin typeface="맑은 고딕"/>
                <a:ea typeface="맑은 고딕"/>
                <a:cs typeface="맑은 고딕"/>
              </a:defRPr>
            </a:lvl2pPr>
            <a:lvl3pPr algn="l">
              <a:defRPr sz="2175" b="1">
                <a:solidFill>
                  <a:srgbClr val="0C7D80"/>
                </a:solidFill>
                <a:latin typeface="맑은 고딕"/>
                <a:ea typeface="맑은 고딕"/>
                <a:cs typeface="맑은 고딕"/>
              </a:defRPr>
            </a:lvl3pPr>
            <a:lvl4pPr algn="l">
              <a:defRPr sz="2175" b="1">
                <a:solidFill>
                  <a:srgbClr val="0C7D80"/>
                </a:solidFill>
                <a:latin typeface="맑은 고딕"/>
                <a:ea typeface="맑은 고딕"/>
                <a:cs typeface="맑은 고딕"/>
              </a:defRPr>
            </a:lvl4pPr>
            <a:lvl5pPr algn="l">
              <a:defRPr sz="2175" b="1">
                <a:solidFill>
                  <a:srgbClr val="0C7D80"/>
                </a:solidFill>
                <a:latin typeface="맑은 고딕"/>
                <a:ea typeface="맑은 고딕"/>
                <a:cs typeface="맑은 고딕"/>
              </a:defRPr>
            </a:lvl5pPr>
            <a:lvl6pPr algn="l">
              <a:defRPr sz="2175" b="1">
                <a:solidFill>
                  <a:srgbClr val="0C7D80"/>
                </a:solidFill>
                <a:latin typeface="맑은 고딕"/>
                <a:ea typeface="맑은 고딕"/>
                <a:cs typeface="맑은 고딕"/>
              </a:defRPr>
            </a:lvl6pPr>
            <a:lvl7pPr algn="l">
              <a:defRPr sz="2175" b="1">
                <a:solidFill>
                  <a:srgbClr val="0C7D80"/>
                </a:solidFill>
                <a:latin typeface="맑은 고딕"/>
                <a:ea typeface="맑은 고딕"/>
                <a:cs typeface="맑은 고딕"/>
              </a:defRPr>
            </a:lvl7pPr>
            <a:lvl8pPr algn="l">
              <a:defRPr sz="2175" b="1">
                <a:solidFill>
                  <a:srgbClr val="0C7D80"/>
                </a:solidFill>
                <a:latin typeface="맑은 고딕"/>
                <a:ea typeface="맑은 고딕"/>
                <a:cs typeface="맑은 고딕"/>
              </a:defRPr>
            </a:lvl8pPr>
            <a:lvl9pPr algn="l">
              <a:defRPr sz="2175" b="1">
                <a:solidFill>
                  <a:srgbClr val="0C7D80"/>
                </a:solidFill>
                <a:latin typeface="맑은 고딕"/>
                <a:ea typeface="맑은 고딕"/>
                <a:cs typeface="맑은 고딕"/>
              </a:defRPr>
            </a:lvl9pPr>
          </a:lstStyle>
          <a:p xmlns:a="http://schemas.openxmlformats.org/drawingml/2006/main">
            <a:pPr algn="l">
              <a:defRPr sz="2175" b="1">
                <a:solidFill>
                  <a:srgbClr val="0C7D80"/>
                </a:solidFill>
                <a:latin typeface="맑은 고딕"/>
                <a:ea typeface="맑은 고딕"/>
                <a:cs typeface="맑은 고딕"/>
              </a:defRPr>
            </a:pPr>
            <a:r>
              <a:rPr sz="2175" b="1">
                <a:solidFill>
                  <a:srgbClr val="0C7D80"/>
                </a:solidFill>
                <a:latin typeface="맑은 고딕"/>
                <a:ea typeface="맑은 고딕"/>
                <a:cs typeface="맑은 고딕"/>
              </a:rPr>
              <a:t>순서 기록</a:t>
            </a:r>
          </a:p>
        </p:txBody>
      </p:sp>
      <p:sp>
        <p:nvSpPr>
          <p:cNvPr id="6" name="">
            <a:extLst xmlns:a="http://schemas.openxmlformats.org/drawingml/2006/main">
              <a:ext uri="{FF2B5EF4-FFF2-40B4-BE49-F238E27FC236}">
                <a16:creationId xmlns:a16="http://schemas.microsoft.com/office/drawing/2014/main" id="{9FF60359-D513-449D-8DB9-AA9912A463C8}"/>
              </a:ext>
            </a:extLst>
          </p:cNvPr>
          <p:cNvSpPr>
            <a:spLocks xmlns:a="http://schemas.openxmlformats.org/drawingml/2006/main" noGrp="1"/>
          </p:cNvSpPr>
          <p:nvPr/>
        </p:nvSpPr>
        <p:spPr>
          <a:xfrm xmlns:a="http://schemas.openxmlformats.org/drawingml/2006/main">
            <a:off x="3143250" y="2571750"/>
            <a:ext cx="828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43A48"/>
                </a:solidFill>
                <a:latin typeface="맑은 고딕"/>
                <a:ea typeface="맑은 고딕"/>
                <a:cs typeface="맑은 고딕"/>
              </a:defRPr>
            </a:defPPr>
            <a:lvl1pPr algn="l">
              <a:defRPr sz="2175" b="0">
                <a:solidFill>
                  <a:srgbClr val="243A48"/>
                </a:solidFill>
                <a:latin typeface="맑은 고딕"/>
                <a:ea typeface="맑은 고딕"/>
                <a:cs typeface="맑은 고딕"/>
              </a:defRPr>
            </a:lvl1pPr>
            <a:lvl2pPr algn="l">
              <a:defRPr sz="2175" b="0">
                <a:solidFill>
                  <a:srgbClr val="243A48"/>
                </a:solidFill>
                <a:latin typeface="맑은 고딕"/>
                <a:ea typeface="맑은 고딕"/>
                <a:cs typeface="맑은 고딕"/>
              </a:defRPr>
            </a:lvl2pPr>
            <a:lvl3pPr algn="l">
              <a:defRPr sz="2175" b="0">
                <a:solidFill>
                  <a:srgbClr val="243A48"/>
                </a:solidFill>
                <a:latin typeface="맑은 고딕"/>
                <a:ea typeface="맑은 고딕"/>
                <a:cs typeface="맑은 고딕"/>
              </a:defRPr>
            </a:lvl3pPr>
            <a:lvl4pPr algn="l">
              <a:defRPr sz="2175" b="0">
                <a:solidFill>
                  <a:srgbClr val="243A48"/>
                </a:solidFill>
                <a:latin typeface="맑은 고딕"/>
                <a:ea typeface="맑은 고딕"/>
                <a:cs typeface="맑은 고딕"/>
              </a:defRPr>
            </a:lvl4pPr>
            <a:lvl5pPr algn="l">
              <a:defRPr sz="2175" b="0">
                <a:solidFill>
                  <a:srgbClr val="243A48"/>
                </a:solidFill>
                <a:latin typeface="맑은 고딕"/>
                <a:ea typeface="맑은 고딕"/>
                <a:cs typeface="맑은 고딕"/>
              </a:defRPr>
            </a:lvl5pPr>
            <a:lvl6pPr algn="l">
              <a:defRPr sz="2175" b="0">
                <a:solidFill>
                  <a:srgbClr val="243A48"/>
                </a:solidFill>
                <a:latin typeface="맑은 고딕"/>
                <a:ea typeface="맑은 고딕"/>
                <a:cs typeface="맑은 고딕"/>
              </a:defRPr>
            </a:lvl6pPr>
            <a:lvl7pPr algn="l">
              <a:defRPr sz="2175" b="0">
                <a:solidFill>
                  <a:srgbClr val="243A48"/>
                </a:solidFill>
                <a:latin typeface="맑은 고딕"/>
                <a:ea typeface="맑은 고딕"/>
                <a:cs typeface="맑은 고딕"/>
              </a:defRPr>
            </a:lvl7pPr>
            <a:lvl8pPr algn="l">
              <a:defRPr sz="2175" b="0">
                <a:solidFill>
                  <a:srgbClr val="243A48"/>
                </a:solidFill>
                <a:latin typeface="맑은 고딕"/>
                <a:ea typeface="맑은 고딕"/>
                <a:cs typeface="맑은 고딕"/>
              </a:defRPr>
            </a:lvl8pPr>
            <a:lvl9pPr algn="l">
              <a:defRPr sz="2175" b="0">
                <a:solidFill>
                  <a:srgbClr val="243A48"/>
                </a:solidFill>
                <a:latin typeface="맑은 고딕"/>
                <a:ea typeface="맑은 고딕"/>
                <a:cs typeface="맑은 고딕"/>
              </a:defRPr>
            </a:lvl9pPr>
          </a:lstStyle>
          <a:p xmlns:a="http://schemas.openxmlformats.org/drawingml/2006/main">
            <a:pPr algn="l">
              <a:defRPr sz="2175" b="0">
                <a:solidFill>
                  <a:srgbClr val="243A48"/>
                </a:solidFill>
                <a:latin typeface="맑은 고딕"/>
                <a:ea typeface="맑은 고딕"/>
                <a:cs typeface="맑은 고딕"/>
              </a:defRPr>
            </a:pPr>
            <a:r>
              <a:rPr sz="2175" b="0">
                <a:solidFill>
                  <a:srgbClr val="243A48"/>
                </a:solidFill>
                <a:latin typeface="맑은 고딕"/>
                <a:ea typeface="맑은 고딕"/>
                <a:cs typeface="맑은 고딕"/>
              </a:rPr>
              <a:t>구매·판매·소모·되돌리기와 Q/W/E/R 습득 시각</a:t>
            </a:r>
          </a:p>
        </p:txBody>
      </p:sp>
      <p:sp>
        <p:nvSpPr>
          <p:cNvPr id="7" name="">
            <a:extLst xmlns:a="http://schemas.openxmlformats.org/drawingml/2006/main">
              <a:ext uri="{FF2B5EF4-FFF2-40B4-BE49-F238E27FC236}">
                <a16:creationId xmlns:a16="http://schemas.microsoft.com/office/drawing/2014/main" id="{2C4AF84A-4106-44FC-BB47-ECB0B19D9F70}"/>
              </a:ext>
            </a:extLst>
          </p:cNvPr>
          <p:cNvSpPr>
            <a:spLocks xmlns:a="http://schemas.openxmlformats.org/drawingml/2006/main" noGrp="1"/>
          </p:cNvSpPr>
          <p:nvPr/>
        </p:nvSpPr>
        <p:spPr>
          <a:xfrm xmlns:a="http://schemas.openxmlformats.org/drawingml/2006/main">
            <a:off x="685800" y="348615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0C7D80"/>
                </a:solidFill>
                <a:latin typeface="맑은 고딕"/>
                <a:ea typeface="맑은 고딕"/>
                <a:cs typeface="맑은 고딕"/>
              </a:defRPr>
            </a:defPPr>
            <a:lvl1pPr algn="l">
              <a:defRPr sz="2175" b="1">
                <a:solidFill>
                  <a:srgbClr val="0C7D80"/>
                </a:solidFill>
                <a:latin typeface="맑은 고딕"/>
                <a:ea typeface="맑은 고딕"/>
                <a:cs typeface="맑은 고딕"/>
              </a:defRPr>
            </a:lvl1pPr>
            <a:lvl2pPr algn="l">
              <a:defRPr sz="2175" b="1">
                <a:solidFill>
                  <a:srgbClr val="0C7D80"/>
                </a:solidFill>
                <a:latin typeface="맑은 고딕"/>
                <a:ea typeface="맑은 고딕"/>
                <a:cs typeface="맑은 고딕"/>
              </a:defRPr>
            </a:lvl2pPr>
            <a:lvl3pPr algn="l">
              <a:defRPr sz="2175" b="1">
                <a:solidFill>
                  <a:srgbClr val="0C7D80"/>
                </a:solidFill>
                <a:latin typeface="맑은 고딕"/>
                <a:ea typeface="맑은 고딕"/>
                <a:cs typeface="맑은 고딕"/>
              </a:defRPr>
            </a:lvl3pPr>
            <a:lvl4pPr algn="l">
              <a:defRPr sz="2175" b="1">
                <a:solidFill>
                  <a:srgbClr val="0C7D80"/>
                </a:solidFill>
                <a:latin typeface="맑은 고딕"/>
                <a:ea typeface="맑은 고딕"/>
                <a:cs typeface="맑은 고딕"/>
              </a:defRPr>
            </a:lvl4pPr>
            <a:lvl5pPr algn="l">
              <a:defRPr sz="2175" b="1">
                <a:solidFill>
                  <a:srgbClr val="0C7D80"/>
                </a:solidFill>
                <a:latin typeface="맑은 고딕"/>
                <a:ea typeface="맑은 고딕"/>
                <a:cs typeface="맑은 고딕"/>
              </a:defRPr>
            </a:lvl5pPr>
            <a:lvl6pPr algn="l">
              <a:defRPr sz="2175" b="1">
                <a:solidFill>
                  <a:srgbClr val="0C7D80"/>
                </a:solidFill>
                <a:latin typeface="맑은 고딕"/>
                <a:ea typeface="맑은 고딕"/>
                <a:cs typeface="맑은 고딕"/>
              </a:defRPr>
            </a:lvl6pPr>
            <a:lvl7pPr algn="l">
              <a:defRPr sz="2175" b="1">
                <a:solidFill>
                  <a:srgbClr val="0C7D80"/>
                </a:solidFill>
                <a:latin typeface="맑은 고딕"/>
                <a:ea typeface="맑은 고딕"/>
                <a:cs typeface="맑은 고딕"/>
              </a:defRPr>
            </a:lvl7pPr>
            <a:lvl8pPr algn="l">
              <a:defRPr sz="2175" b="1">
                <a:solidFill>
                  <a:srgbClr val="0C7D80"/>
                </a:solidFill>
                <a:latin typeface="맑은 고딕"/>
                <a:ea typeface="맑은 고딕"/>
                <a:cs typeface="맑은 고딕"/>
              </a:defRPr>
            </a:lvl8pPr>
            <a:lvl9pPr algn="l">
              <a:defRPr sz="2175" b="1">
                <a:solidFill>
                  <a:srgbClr val="0C7D80"/>
                </a:solidFill>
                <a:latin typeface="맑은 고딕"/>
                <a:ea typeface="맑은 고딕"/>
                <a:cs typeface="맑은 고딕"/>
              </a:defRPr>
            </a:lvl9pPr>
          </a:lstStyle>
          <a:p xmlns:a="http://schemas.openxmlformats.org/drawingml/2006/main">
            <a:pPr algn="l">
              <a:defRPr sz="2175" b="1">
                <a:solidFill>
                  <a:srgbClr val="0C7D80"/>
                </a:solidFill>
                <a:latin typeface="맑은 고딕"/>
                <a:ea typeface="맑은 고딕"/>
                <a:cs typeface="맑은 고딕"/>
              </a:defRPr>
            </a:pPr>
            <a:r>
              <a:rPr sz="2175" b="1">
                <a:solidFill>
                  <a:srgbClr val="0C7D80"/>
                </a:solidFill>
                <a:latin typeface="맑은 고딕"/>
                <a:ea typeface="맑은 고딕"/>
                <a:cs typeface="맑은 고딕"/>
              </a:rPr>
              <a:t>불확실성 처리</a:t>
            </a:r>
          </a:p>
        </p:txBody>
      </p:sp>
      <p:sp>
        <p:nvSpPr>
          <p:cNvPr id="8" name="">
            <a:extLst xmlns:a="http://schemas.openxmlformats.org/drawingml/2006/main">
              <a:ext uri="{FF2B5EF4-FFF2-40B4-BE49-F238E27FC236}">
                <a16:creationId xmlns:a16="http://schemas.microsoft.com/office/drawing/2014/main" id="{0CF63EA8-B30D-4513-AB9A-81996C018717}"/>
              </a:ext>
            </a:extLst>
          </p:cNvPr>
          <p:cNvSpPr>
            <a:spLocks xmlns:a="http://schemas.openxmlformats.org/drawingml/2006/main" noGrp="1"/>
          </p:cNvSpPr>
          <p:nvPr/>
        </p:nvSpPr>
        <p:spPr>
          <a:xfrm xmlns:a="http://schemas.openxmlformats.org/drawingml/2006/main">
            <a:off x="3143250" y="3486150"/>
            <a:ext cx="828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43A48"/>
                </a:solidFill>
                <a:latin typeface="맑은 고딕"/>
                <a:ea typeface="맑은 고딕"/>
                <a:cs typeface="맑은 고딕"/>
              </a:defRPr>
            </a:defPPr>
            <a:lvl1pPr algn="l">
              <a:defRPr sz="2175" b="0">
                <a:solidFill>
                  <a:srgbClr val="243A48"/>
                </a:solidFill>
                <a:latin typeface="맑은 고딕"/>
                <a:ea typeface="맑은 고딕"/>
                <a:cs typeface="맑은 고딕"/>
              </a:defRPr>
            </a:lvl1pPr>
            <a:lvl2pPr algn="l">
              <a:defRPr sz="2175" b="0">
                <a:solidFill>
                  <a:srgbClr val="243A48"/>
                </a:solidFill>
                <a:latin typeface="맑은 고딕"/>
                <a:ea typeface="맑은 고딕"/>
                <a:cs typeface="맑은 고딕"/>
              </a:defRPr>
            </a:lvl2pPr>
            <a:lvl3pPr algn="l">
              <a:defRPr sz="2175" b="0">
                <a:solidFill>
                  <a:srgbClr val="243A48"/>
                </a:solidFill>
                <a:latin typeface="맑은 고딕"/>
                <a:ea typeface="맑은 고딕"/>
                <a:cs typeface="맑은 고딕"/>
              </a:defRPr>
            </a:lvl3pPr>
            <a:lvl4pPr algn="l">
              <a:defRPr sz="2175" b="0">
                <a:solidFill>
                  <a:srgbClr val="243A48"/>
                </a:solidFill>
                <a:latin typeface="맑은 고딕"/>
                <a:ea typeface="맑은 고딕"/>
                <a:cs typeface="맑은 고딕"/>
              </a:defRPr>
            </a:lvl4pPr>
            <a:lvl5pPr algn="l">
              <a:defRPr sz="2175" b="0">
                <a:solidFill>
                  <a:srgbClr val="243A48"/>
                </a:solidFill>
                <a:latin typeface="맑은 고딕"/>
                <a:ea typeface="맑은 고딕"/>
                <a:cs typeface="맑은 고딕"/>
              </a:defRPr>
            </a:lvl5pPr>
            <a:lvl6pPr algn="l">
              <a:defRPr sz="2175" b="0">
                <a:solidFill>
                  <a:srgbClr val="243A48"/>
                </a:solidFill>
                <a:latin typeface="맑은 고딕"/>
                <a:ea typeface="맑은 고딕"/>
                <a:cs typeface="맑은 고딕"/>
              </a:defRPr>
            </a:lvl6pPr>
            <a:lvl7pPr algn="l">
              <a:defRPr sz="2175" b="0">
                <a:solidFill>
                  <a:srgbClr val="243A48"/>
                </a:solidFill>
                <a:latin typeface="맑은 고딕"/>
                <a:ea typeface="맑은 고딕"/>
                <a:cs typeface="맑은 고딕"/>
              </a:defRPr>
            </a:lvl7pPr>
            <a:lvl8pPr algn="l">
              <a:defRPr sz="2175" b="0">
                <a:solidFill>
                  <a:srgbClr val="243A48"/>
                </a:solidFill>
                <a:latin typeface="맑은 고딕"/>
                <a:ea typeface="맑은 고딕"/>
                <a:cs typeface="맑은 고딕"/>
              </a:defRPr>
            </a:lvl8pPr>
            <a:lvl9pPr algn="l">
              <a:defRPr sz="2175" b="0">
                <a:solidFill>
                  <a:srgbClr val="243A48"/>
                </a:solidFill>
                <a:latin typeface="맑은 고딕"/>
                <a:ea typeface="맑은 고딕"/>
                <a:cs typeface="맑은 고딕"/>
              </a:defRPr>
            </a:lvl9pPr>
          </a:lstStyle>
          <a:p xmlns:a="http://schemas.openxmlformats.org/drawingml/2006/main">
            <a:pPr algn="l">
              <a:defRPr sz="2175" b="0">
                <a:solidFill>
                  <a:srgbClr val="243A48"/>
                </a:solidFill>
                <a:latin typeface="맑은 고딕"/>
                <a:ea typeface="맑은 고딕"/>
                <a:cs typeface="맑은 고딕"/>
              </a:defRPr>
            </a:pPr>
            <a:r>
              <a:rPr sz="2175" b="0">
                <a:solidFill>
                  <a:srgbClr val="243A48"/>
                </a:solidFill>
                <a:latin typeface="맑은 고딕"/>
                <a:ea typeface="맑은 고딕"/>
                <a:cs typeface="맑은 고딕"/>
              </a:rPr>
              <a:t>모호한 되돌리기는 구매 집계에서 제외</a:t>
            </a:r>
          </a:p>
        </p:txBody>
      </p:sp>
      <p:sp>
        <p:nvSpPr>
          <p:cNvPr id="9" name="">
            <a:extLst xmlns:a="http://schemas.openxmlformats.org/drawingml/2006/main">
              <a:ext uri="{FF2B5EF4-FFF2-40B4-BE49-F238E27FC236}">
                <a16:creationId xmlns:a16="http://schemas.microsoft.com/office/drawing/2014/main" id="{0492BD96-8BCB-4952-8D4B-8AA6EA089538}"/>
              </a:ext>
            </a:extLst>
          </p:cNvPr>
          <p:cNvSpPr>
            <a:spLocks xmlns:a="http://schemas.openxmlformats.org/drawingml/2006/main" noGrp="1"/>
          </p:cNvSpPr>
          <p:nvPr/>
        </p:nvSpPr>
        <p:spPr>
          <a:xfrm xmlns:a="http://schemas.openxmlformats.org/drawingml/2006/main">
            <a:off x="685800" y="440055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0C7D80"/>
                </a:solidFill>
                <a:latin typeface="맑은 고딕"/>
                <a:ea typeface="맑은 고딕"/>
                <a:cs typeface="맑은 고딕"/>
              </a:defRPr>
            </a:defPPr>
            <a:lvl1pPr algn="l">
              <a:defRPr sz="2175" b="1">
                <a:solidFill>
                  <a:srgbClr val="0C7D80"/>
                </a:solidFill>
                <a:latin typeface="맑은 고딕"/>
                <a:ea typeface="맑은 고딕"/>
                <a:cs typeface="맑은 고딕"/>
              </a:defRPr>
            </a:lvl1pPr>
            <a:lvl2pPr algn="l">
              <a:defRPr sz="2175" b="1">
                <a:solidFill>
                  <a:srgbClr val="0C7D80"/>
                </a:solidFill>
                <a:latin typeface="맑은 고딕"/>
                <a:ea typeface="맑은 고딕"/>
                <a:cs typeface="맑은 고딕"/>
              </a:defRPr>
            </a:lvl2pPr>
            <a:lvl3pPr algn="l">
              <a:defRPr sz="2175" b="1">
                <a:solidFill>
                  <a:srgbClr val="0C7D80"/>
                </a:solidFill>
                <a:latin typeface="맑은 고딕"/>
                <a:ea typeface="맑은 고딕"/>
                <a:cs typeface="맑은 고딕"/>
              </a:defRPr>
            </a:lvl3pPr>
            <a:lvl4pPr algn="l">
              <a:defRPr sz="2175" b="1">
                <a:solidFill>
                  <a:srgbClr val="0C7D80"/>
                </a:solidFill>
                <a:latin typeface="맑은 고딕"/>
                <a:ea typeface="맑은 고딕"/>
                <a:cs typeface="맑은 고딕"/>
              </a:defRPr>
            </a:lvl4pPr>
            <a:lvl5pPr algn="l">
              <a:defRPr sz="2175" b="1">
                <a:solidFill>
                  <a:srgbClr val="0C7D80"/>
                </a:solidFill>
                <a:latin typeface="맑은 고딕"/>
                <a:ea typeface="맑은 고딕"/>
                <a:cs typeface="맑은 고딕"/>
              </a:defRPr>
            </a:lvl5pPr>
            <a:lvl6pPr algn="l">
              <a:defRPr sz="2175" b="1">
                <a:solidFill>
                  <a:srgbClr val="0C7D80"/>
                </a:solidFill>
                <a:latin typeface="맑은 고딕"/>
                <a:ea typeface="맑은 고딕"/>
                <a:cs typeface="맑은 고딕"/>
              </a:defRPr>
            </a:lvl6pPr>
            <a:lvl7pPr algn="l">
              <a:defRPr sz="2175" b="1">
                <a:solidFill>
                  <a:srgbClr val="0C7D80"/>
                </a:solidFill>
                <a:latin typeface="맑은 고딕"/>
                <a:ea typeface="맑은 고딕"/>
                <a:cs typeface="맑은 고딕"/>
              </a:defRPr>
            </a:lvl7pPr>
            <a:lvl8pPr algn="l">
              <a:defRPr sz="2175" b="1">
                <a:solidFill>
                  <a:srgbClr val="0C7D80"/>
                </a:solidFill>
                <a:latin typeface="맑은 고딕"/>
                <a:ea typeface="맑은 고딕"/>
                <a:cs typeface="맑은 고딕"/>
              </a:defRPr>
            </a:lvl8pPr>
            <a:lvl9pPr algn="l">
              <a:defRPr sz="2175" b="1">
                <a:solidFill>
                  <a:srgbClr val="0C7D80"/>
                </a:solidFill>
                <a:latin typeface="맑은 고딕"/>
                <a:ea typeface="맑은 고딕"/>
                <a:cs typeface="맑은 고딕"/>
              </a:defRPr>
            </a:lvl9pPr>
          </a:lstStyle>
          <a:p xmlns:a="http://schemas.openxmlformats.org/drawingml/2006/main">
            <a:pPr algn="l">
              <a:defRPr sz="2175" b="1">
                <a:solidFill>
                  <a:srgbClr val="0C7D80"/>
                </a:solidFill>
                <a:latin typeface="맑은 고딕"/>
                <a:ea typeface="맑은 고딕"/>
                <a:cs typeface="맑은 고딕"/>
              </a:defRPr>
            </a:pPr>
            <a:r>
              <a:rPr sz="2175" b="1">
                <a:solidFill>
                  <a:srgbClr val="0C7D80"/>
                </a:solidFill>
                <a:latin typeface="맑은 고딕"/>
                <a:ea typeface="맑은 고딕"/>
                <a:cs typeface="맑은 고딕"/>
              </a:rPr>
              <a:t>보존 원칙</a:t>
            </a:r>
          </a:p>
        </p:txBody>
      </p:sp>
      <p:sp>
        <p:nvSpPr>
          <p:cNvPr id="10" name="">
            <a:extLst xmlns:a="http://schemas.openxmlformats.org/drawingml/2006/main">
              <a:ext uri="{FF2B5EF4-FFF2-40B4-BE49-F238E27FC236}">
                <a16:creationId xmlns:a16="http://schemas.microsoft.com/office/drawing/2014/main" id="{A48200DA-4BD7-419F-8F75-FF873645F526}"/>
              </a:ext>
            </a:extLst>
          </p:cNvPr>
          <p:cNvSpPr>
            <a:spLocks xmlns:a="http://schemas.openxmlformats.org/drawingml/2006/main" noGrp="1"/>
          </p:cNvSpPr>
          <p:nvPr/>
        </p:nvSpPr>
        <p:spPr>
          <a:xfrm xmlns:a="http://schemas.openxmlformats.org/drawingml/2006/main">
            <a:off x="3143250" y="4400550"/>
            <a:ext cx="828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43A48"/>
                </a:solidFill>
                <a:latin typeface="맑은 고딕"/>
                <a:ea typeface="맑은 고딕"/>
                <a:cs typeface="맑은 고딕"/>
              </a:defRPr>
            </a:defPPr>
            <a:lvl1pPr algn="l">
              <a:defRPr sz="2175" b="0">
                <a:solidFill>
                  <a:srgbClr val="243A48"/>
                </a:solidFill>
                <a:latin typeface="맑은 고딕"/>
                <a:ea typeface="맑은 고딕"/>
                <a:cs typeface="맑은 고딕"/>
              </a:defRPr>
            </a:lvl1pPr>
            <a:lvl2pPr algn="l">
              <a:defRPr sz="2175" b="0">
                <a:solidFill>
                  <a:srgbClr val="243A48"/>
                </a:solidFill>
                <a:latin typeface="맑은 고딕"/>
                <a:ea typeface="맑은 고딕"/>
                <a:cs typeface="맑은 고딕"/>
              </a:defRPr>
            </a:lvl2pPr>
            <a:lvl3pPr algn="l">
              <a:defRPr sz="2175" b="0">
                <a:solidFill>
                  <a:srgbClr val="243A48"/>
                </a:solidFill>
                <a:latin typeface="맑은 고딕"/>
                <a:ea typeface="맑은 고딕"/>
                <a:cs typeface="맑은 고딕"/>
              </a:defRPr>
            </a:lvl3pPr>
            <a:lvl4pPr algn="l">
              <a:defRPr sz="2175" b="0">
                <a:solidFill>
                  <a:srgbClr val="243A48"/>
                </a:solidFill>
                <a:latin typeface="맑은 고딕"/>
                <a:ea typeface="맑은 고딕"/>
                <a:cs typeface="맑은 고딕"/>
              </a:defRPr>
            </a:lvl4pPr>
            <a:lvl5pPr algn="l">
              <a:defRPr sz="2175" b="0">
                <a:solidFill>
                  <a:srgbClr val="243A48"/>
                </a:solidFill>
                <a:latin typeface="맑은 고딕"/>
                <a:ea typeface="맑은 고딕"/>
                <a:cs typeface="맑은 고딕"/>
              </a:defRPr>
            </a:lvl5pPr>
            <a:lvl6pPr algn="l">
              <a:defRPr sz="2175" b="0">
                <a:solidFill>
                  <a:srgbClr val="243A48"/>
                </a:solidFill>
                <a:latin typeface="맑은 고딕"/>
                <a:ea typeface="맑은 고딕"/>
                <a:cs typeface="맑은 고딕"/>
              </a:defRPr>
            </a:lvl6pPr>
            <a:lvl7pPr algn="l">
              <a:defRPr sz="2175" b="0">
                <a:solidFill>
                  <a:srgbClr val="243A48"/>
                </a:solidFill>
                <a:latin typeface="맑은 고딕"/>
                <a:ea typeface="맑은 고딕"/>
                <a:cs typeface="맑은 고딕"/>
              </a:defRPr>
            </a:lvl7pPr>
            <a:lvl8pPr algn="l">
              <a:defRPr sz="2175" b="0">
                <a:solidFill>
                  <a:srgbClr val="243A48"/>
                </a:solidFill>
                <a:latin typeface="맑은 고딕"/>
                <a:ea typeface="맑은 고딕"/>
                <a:cs typeface="맑은 고딕"/>
              </a:defRPr>
            </a:lvl8pPr>
            <a:lvl9pPr algn="l">
              <a:defRPr sz="2175" b="0">
                <a:solidFill>
                  <a:srgbClr val="243A48"/>
                </a:solidFill>
                <a:latin typeface="맑은 고딕"/>
                <a:ea typeface="맑은 고딕"/>
                <a:cs typeface="맑은 고딕"/>
              </a:defRPr>
            </a:lvl9pPr>
          </a:lstStyle>
          <a:p xmlns:a="http://schemas.openxmlformats.org/drawingml/2006/main">
            <a:pPr algn="l">
              <a:defRPr sz="2175" b="0">
                <a:solidFill>
                  <a:srgbClr val="243A48"/>
                </a:solidFill>
                <a:latin typeface="맑은 고딕"/>
                <a:ea typeface="맑은 고딕"/>
                <a:cs typeface="맑은 고딕"/>
              </a:defRPr>
            </a:pPr>
            <a:r>
              <a:rPr sz="2175" b="0">
                <a:solidFill>
                  <a:srgbClr val="243A48"/>
                </a:solidFill>
                <a:latin typeface="맑은 고딕"/>
                <a:ea typeface="맑은 고딕"/>
                <a:cs typeface="맑은 고딕"/>
              </a:rPr>
              <a:t>원래 104경기와 모형을 유지하고 새 수집을 별도 저장</a:t>
            </a:r>
          </a:p>
        </p:txBody>
      </p:sp>
      <p:sp>
        <p:nvSpPr>
          <p:cNvPr id="11" name="">
            <a:extLst xmlns:a="http://schemas.openxmlformats.org/drawingml/2006/main">
              <a:ext uri="{FF2B5EF4-FFF2-40B4-BE49-F238E27FC236}">
                <a16:creationId xmlns:a16="http://schemas.microsoft.com/office/drawing/2014/main" id="{05AC71F5-E37D-490F-8351-CFEDB57A913D}"/>
              </a:ext>
            </a:extLst>
          </p:cNvPr>
          <p:cNvSpPr>
            <a:spLocks xmlns:a="http://schemas.openxmlformats.org/drawingml/2006/main" noGrp="1"/>
          </p:cNvSpPr>
          <p:nvPr/>
        </p:nvSpPr>
        <p:spPr>
          <a:xfrm xmlns:a="http://schemas.openxmlformats.org/drawingml/2006/main">
            <a:off x="685800" y="564832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32B3B"/>
                </a:solidFill>
                <a:latin typeface="맑은 고딕"/>
                <a:ea typeface="맑은 고딕"/>
                <a:cs typeface="맑은 고딕"/>
              </a:defRPr>
            </a:defPPr>
            <a:lvl1pPr algn="l">
              <a:defRPr sz="1950" b="1">
                <a:solidFill>
                  <a:srgbClr val="132B3B"/>
                </a:solidFill>
                <a:latin typeface="맑은 고딕"/>
                <a:ea typeface="맑은 고딕"/>
                <a:cs typeface="맑은 고딕"/>
              </a:defRPr>
            </a:lvl1pPr>
            <a:lvl2pPr algn="l">
              <a:defRPr sz="1950" b="1">
                <a:solidFill>
                  <a:srgbClr val="132B3B"/>
                </a:solidFill>
                <a:latin typeface="맑은 고딕"/>
                <a:ea typeface="맑은 고딕"/>
                <a:cs typeface="맑은 고딕"/>
              </a:defRPr>
            </a:lvl2pPr>
            <a:lvl3pPr algn="l">
              <a:defRPr sz="1950" b="1">
                <a:solidFill>
                  <a:srgbClr val="132B3B"/>
                </a:solidFill>
                <a:latin typeface="맑은 고딕"/>
                <a:ea typeface="맑은 고딕"/>
                <a:cs typeface="맑은 고딕"/>
              </a:defRPr>
            </a:lvl3pPr>
            <a:lvl4pPr algn="l">
              <a:defRPr sz="1950" b="1">
                <a:solidFill>
                  <a:srgbClr val="132B3B"/>
                </a:solidFill>
                <a:latin typeface="맑은 고딕"/>
                <a:ea typeface="맑은 고딕"/>
                <a:cs typeface="맑은 고딕"/>
              </a:defRPr>
            </a:lvl4pPr>
            <a:lvl5pPr algn="l">
              <a:defRPr sz="1950" b="1">
                <a:solidFill>
                  <a:srgbClr val="132B3B"/>
                </a:solidFill>
                <a:latin typeface="맑은 고딕"/>
                <a:ea typeface="맑은 고딕"/>
                <a:cs typeface="맑은 고딕"/>
              </a:defRPr>
            </a:lvl5pPr>
            <a:lvl6pPr algn="l">
              <a:defRPr sz="1950" b="1">
                <a:solidFill>
                  <a:srgbClr val="132B3B"/>
                </a:solidFill>
                <a:latin typeface="맑은 고딕"/>
                <a:ea typeface="맑은 고딕"/>
                <a:cs typeface="맑은 고딕"/>
              </a:defRPr>
            </a:lvl6pPr>
            <a:lvl7pPr algn="l">
              <a:defRPr sz="1950" b="1">
                <a:solidFill>
                  <a:srgbClr val="132B3B"/>
                </a:solidFill>
                <a:latin typeface="맑은 고딕"/>
                <a:ea typeface="맑은 고딕"/>
                <a:cs typeface="맑은 고딕"/>
              </a:defRPr>
            </a:lvl7pPr>
            <a:lvl8pPr algn="l">
              <a:defRPr sz="1950" b="1">
                <a:solidFill>
                  <a:srgbClr val="132B3B"/>
                </a:solidFill>
                <a:latin typeface="맑은 고딕"/>
                <a:ea typeface="맑은 고딕"/>
                <a:cs typeface="맑은 고딕"/>
              </a:defRPr>
            </a:lvl8pPr>
            <a:lvl9pPr algn="l">
              <a:defRPr sz="1950" b="1">
                <a:solidFill>
                  <a:srgbClr val="132B3B"/>
                </a:solidFill>
                <a:latin typeface="맑은 고딕"/>
                <a:ea typeface="맑은 고딕"/>
                <a:cs typeface="맑은 고딕"/>
              </a:defRPr>
            </a:lvl9pPr>
          </a:lstStyle>
          <a:p xmlns:a="http://schemas.openxmlformats.org/drawingml/2006/main">
            <a:pPr algn="l">
              <a:defRPr sz="1950" b="1">
                <a:solidFill>
                  <a:srgbClr val="132B3B"/>
                </a:solidFill>
                <a:latin typeface="맑은 고딕"/>
                <a:ea typeface="맑은 고딕"/>
                <a:cs typeface="맑은 고딕"/>
              </a:defRPr>
            </a:pPr>
            <a:r>
              <a:rPr sz="1950" b="1">
                <a:solidFill>
                  <a:srgbClr val="132B3B"/>
                </a:solidFill>
                <a:latin typeface="맑은 고딕"/>
                <a:ea typeface="맑은 고딕"/>
                <a:cs typeface="맑은 고딕"/>
              </a:rPr>
              <a:t>180경기 초기 집계: 구매 이력 1749행 · 스킬 이력 1800행</a:t>
            </a:r>
          </a:p>
        </p:txBody>
      </p:sp>
      <p:sp>
        <p:nvSpPr>
          <p:cNvPr id="12" name="">
            <a:extLst xmlns:a="http://schemas.openxmlformats.org/drawingml/2006/main">
              <a:ext uri="{FF2B5EF4-FFF2-40B4-BE49-F238E27FC236}">
                <a16:creationId xmlns:a16="http://schemas.microsoft.com/office/drawing/2014/main" id="{AA56503A-C2E3-49DD-83B0-08185CB24E8F}"/>
              </a:ext>
            </a:extLst>
          </p:cNvPr>
          <p:cNvSpPr>
            <a:spLocks xmlns:a="http://schemas.openxmlformats.org/drawingml/2006/main" noGrp="1"/>
          </p:cNvSpPr>
          <p:nvPr/>
        </p:nvSpPr>
        <p:spPr>
          <a:xfrm xmlns:a="http://schemas.openxmlformats.org/drawingml/2006/main">
            <a:off x="685800" y="61626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52646F"/>
                </a:solidFill>
                <a:latin typeface="맑은 고딕"/>
                <a:ea typeface="맑은 고딕"/>
                <a:cs typeface="맑은 고딕"/>
              </a:defRPr>
            </a:defPPr>
            <a:lvl1pPr algn="l">
              <a:defRPr sz="1650" b="0">
                <a:solidFill>
                  <a:srgbClr val="52646F"/>
                </a:solidFill>
                <a:latin typeface="맑은 고딕"/>
                <a:ea typeface="맑은 고딕"/>
                <a:cs typeface="맑은 고딕"/>
              </a:defRPr>
            </a:lvl1pPr>
            <a:lvl2pPr algn="l">
              <a:defRPr sz="1650" b="0">
                <a:solidFill>
                  <a:srgbClr val="52646F"/>
                </a:solidFill>
                <a:latin typeface="맑은 고딕"/>
                <a:ea typeface="맑은 고딕"/>
                <a:cs typeface="맑은 고딕"/>
              </a:defRPr>
            </a:lvl2pPr>
            <a:lvl3pPr algn="l">
              <a:defRPr sz="1650" b="0">
                <a:solidFill>
                  <a:srgbClr val="52646F"/>
                </a:solidFill>
                <a:latin typeface="맑은 고딕"/>
                <a:ea typeface="맑은 고딕"/>
                <a:cs typeface="맑은 고딕"/>
              </a:defRPr>
            </a:lvl3pPr>
            <a:lvl4pPr algn="l">
              <a:defRPr sz="1650" b="0">
                <a:solidFill>
                  <a:srgbClr val="52646F"/>
                </a:solidFill>
                <a:latin typeface="맑은 고딕"/>
                <a:ea typeface="맑은 고딕"/>
                <a:cs typeface="맑은 고딕"/>
              </a:defRPr>
            </a:lvl4pPr>
            <a:lvl5pPr algn="l">
              <a:defRPr sz="1650" b="0">
                <a:solidFill>
                  <a:srgbClr val="52646F"/>
                </a:solidFill>
                <a:latin typeface="맑은 고딕"/>
                <a:ea typeface="맑은 고딕"/>
                <a:cs typeface="맑은 고딕"/>
              </a:defRPr>
            </a:lvl5pPr>
            <a:lvl6pPr algn="l">
              <a:defRPr sz="1650" b="0">
                <a:solidFill>
                  <a:srgbClr val="52646F"/>
                </a:solidFill>
                <a:latin typeface="맑은 고딕"/>
                <a:ea typeface="맑은 고딕"/>
                <a:cs typeface="맑은 고딕"/>
              </a:defRPr>
            </a:lvl6pPr>
            <a:lvl7pPr algn="l">
              <a:defRPr sz="1650" b="0">
                <a:solidFill>
                  <a:srgbClr val="52646F"/>
                </a:solidFill>
                <a:latin typeface="맑은 고딕"/>
                <a:ea typeface="맑은 고딕"/>
                <a:cs typeface="맑은 고딕"/>
              </a:defRPr>
            </a:lvl7pPr>
            <a:lvl8pPr algn="l">
              <a:defRPr sz="1650" b="0">
                <a:solidFill>
                  <a:srgbClr val="52646F"/>
                </a:solidFill>
                <a:latin typeface="맑은 고딕"/>
                <a:ea typeface="맑은 고딕"/>
                <a:cs typeface="맑은 고딕"/>
              </a:defRPr>
            </a:lvl8pPr>
            <a:lvl9pPr algn="l">
              <a:defRPr sz="1650" b="0">
                <a:solidFill>
                  <a:srgbClr val="52646F"/>
                </a:solidFill>
                <a:latin typeface="맑은 고딕"/>
                <a:ea typeface="맑은 고딕"/>
                <a:cs typeface="맑은 고딕"/>
              </a:defRPr>
            </a:lvl9pPr>
          </a:lstStyle>
          <a:p xmlns:a="http://schemas.openxmlformats.org/drawingml/2006/main">
            <a:pPr algn="l">
              <a:defRPr sz="1650" b="0">
                <a:solidFill>
                  <a:srgbClr val="52646F"/>
                </a:solidFill>
                <a:latin typeface="맑은 고딕"/>
                <a:ea typeface="맑은 고딕"/>
                <a:cs typeface="맑은 고딕"/>
              </a:defRPr>
            </a:pPr>
            <a:r>
              <a:rPr sz="1650" b="0">
                <a:solidFill>
                  <a:srgbClr val="52646F"/>
                </a:solidFill>
                <a:latin typeface="맑은 고딕"/>
                <a:ea typeface="맑은 고딕"/>
                <a:cs typeface="맑은 고딕"/>
              </a:rPr>
              <a:t>플레이어-경기 행 수이며 고유 경기 수나 최적 빌드의 근거가 아니다</a:t>
            </a:r>
          </a:p>
        </p:txBody>
      </p:sp>
    </p:spTree>
    <p:extLst>
      <p:ext uri="{BB962C8B-B14F-4D97-AF65-F5344CB8AC3E}">
        <p14:creationId xmlns:p14="http://schemas.microsoft.com/office/powerpoint/2010/main" val="15485668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5C597E-B5A5-46B9-B648-F9F16AC26BEC}"/>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B3B"/>
                </a:solidFill>
                <a:latin typeface="맑은 고딕"/>
                <a:ea typeface="맑은 고딕"/>
                <a:cs typeface="맑은 고딕"/>
              </a:defRPr>
            </a:defPPr>
            <a:lvl1pPr algn="l">
              <a:defRPr sz="3300" b="1">
                <a:solidFill>
                  <a:srgbClr val="132B3B"/>
                </a:solidFill>
                <a:latin typeface="맑은 고딕"/>
                <a:ea typeface="맑은 고딕"/>
                <a:cs typeface="맑은 고딕"/>
              </a:defRPr>
            </a:lvl1pPr>
            <a:lvl2pPr algn="l">
              <a:defRPr sz="3300" b="1">
                <a:solidFill>
                  <a:srgbClr val="132B3B"/>
                </a:solidFill>
                <a:latin typeface="맑은 고딕"/>
                <a:ea typeface="맑은 고딕"/>
                <a:cs typeface="맑은 고딕"/>
              </a:defRPr>
            </a:lvl2pPr>
            <a:lvl3pPr algn="l">
              <a:defRPr sz="3300" b="1">
                <a:solidFill>
                  <a:srgbClr val="132B3B"/>
                </a:solidFill>
                <a:latin typeface="맑은 고딕"/>
                <a:ea typeface="맑은 고딕"/>
                <a:cs typeface="맑은 고딕"/>
              </a:defRPr>
            </a:lvl3pPr>
            <a:lvl4pPr algn="l">
              <a:defRPr sz="3300" b="1">
                <a:solidFill>
                  <a:srgbClr val="132B3B"/>
                </a:solidFill>
                <a:latin typeface="맑은 고딕"/>
                <a:ea typeface="맑은 고딕"/>
                <a:cs typeface="맑은 고딕"/>
              </a:defRPr>
            </a:lvl4pPr>
            <a:lvl5pPr algn="l">
              <a:defRPr sz="3300" b="1">
                <a:solidFill>
                  <a:srgbClr val="132B3B"/>
                </a:solidFill>
                <a:latin typeface="맑은 고딕"/>
                <a:ea typeface="맑은 고딕"/>
                <a:cs typeface="맑은 고딕"/>
              </a:defRPr>
            </a:lvl5pPr>
            <a:lvl6pPr algn="l">
              <a:defRPr sz="3300" b="1">
                <a:solidFill>
                  <a:srgbClr val="132B3B"/>
                </a:solidFill>
                <a:latin typeface="맑은 고딕"/>
                <a:ea typeface="맑은 고딕"/>
                <a:cs typeface="맑은 고딕"/>
              </a:defRPr>
            </a:lvl6pPr>
            <a:lvl7pPr algn="l">
              <a:defRPr sz="3300" b="1">
                <a:solidFill>
                  <a:srgbClr val="132B3B"/>
                </a:solidFill>
                <a:latin typeface="맑은 고딕"/>
                <a:ea typeface="맑은 고딕"/>
                <a:cs typeface="맑은 고딕"/>
              </a:defRPr>
            </a:lvl7pPr>
            <a:lvl8pPr algn="l">
              <a:defRPr sz="3300" b="1">
                <a:solidFill>
                  <a:srgbClr val="132B3B"/>
                </a:solidFill>
                <a:latin typeface="맑은 고딕"/>
                <a:ea typeface="맑은 고딕"/>
                <a:cs typeface="맑은 고딕"/>
              </a:defRPr>
            </a:lvl8pPr>
            <a:lvl9pPr algn="l">
              <a:defRPr sz="3300" b="1">
                <a:solidFill>
                  <a:srgbClr val="132B3B"/>
                </a:solidFill>
                <a:latin typeface="맑은 고딕"/>
                <a:ea typeface="맑은 고딕"/>
                <a:cs typeface="맑은 고딕"/>
              </a:defRPr>
            </a:lvl9pPr>
          </a:lstStyle>
          <a:p xmlns:a="http://schemas.openxmlformats.org/drawingml/2006/main">
            <a:pPr algn="l">
              <a:defRPr sz="3300" b="1">
                <a:solidFill>
                  <a:srgbClr val="132B3B"/>
                </a:solidFill>
                <a:latin typeface="맑은 고딕"/>
                <a:ea typeface="맑은 고딕"/>
                <a:cs typeface="맑은 고딕"/>
              </a:defRPr>
            </a:pPr>
            <a:r>
              <a:rPr sz="3300" b="1">
                <a:solidFill>
                  <a:srgbClr val="132B3B"/>
                </a:solidFill>
                <a:latin typeface="맑은 고딕"/>
                <a:ea typeface="맑은 고딕"/>
                <a:cs typeface="맑은 고딕"/>
              </a:rPr>
              <a:t>설명 가능한 복기와 개인 연습 추적</a:t>
            </a:r>
          </a:p>
        </p:txBody>
      </p:sp>
      <p:sp>
        <p:nvSpPr>
          <p:cNvPr id="2" name="">
            <a:extLst xmlns:a="http://schemas.openxmlformats.org/drawingml/2006/main">
              <a:ext uri="{FF2B5EF4-FFF2-40B4-BE49-F238E27FC236}">
                <a16:creationId xmlns:a16="http://schemas.microsoft.com/office/drawing/2014/main" id="{3C93377A-31D7-4A81-B9EA-A6372335A900}"/>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52646F"/>
                </a:solidFill>
                <a:latin typeface="맑은 고딕"/>
                <a:ea typeface="맑은 고딕"/>
                <a:cs typeface="맑은 고딕"/>
              </a:defRPr>
            </a:defPPr>
            <a:lvl1pPr algn="l">
              <a:defRPr sz="1350" b="0">
                <a:solidFill>
                  <a:srgbClr val="52646F"/>
                </a:solidFill>
                <a:latin typeface="맑은 고딕"/>
                <a:ea typeface="맑은 고딕"/>
                <a:cs typeface="맑은 고딕"/>
              </a:defRPr>
            </a:lvl1pPr>
            <a:lvl2pPr algn="l">
              <a:defRPr sz="1350" b="0">
                <a:solidFill>
                  <a:srgbClr val="52646F"/>
                </a:solidFill>
                <a:latin typeface="맑은 고딕"/>
                <a:ea typeface="맑은 고딕"/>
                <a:cs typeface="맑은 고딕"/>
              </a:defRPr>
            </a:lvl2pPr>
            <a:lvl3pPr algn="l">
              <a:defRPr sz="1350" b="0">
                <a:solidFill>
                  <a:srgbClr val="52646F"/>
                </a:solidFill>
                <a:latin typeface="맑은 고딕"/>
                <a:ea typeface="맑은 고딕"/>
                <a:cs typeface="맑은 고딕"/>
              </a:defRPr>
            </a:lvl3pPr>
            <a:lvl4pPr algn="l">
              <a:defRPr sz="1350" b="0">
                <a:solidFill>
                  <a:srgbClr val="52646F"/>
                </a:solidFill>
                <a:latin typeface="맑은 고딕"/>
                <a:ea typeface="맑은 고딕"/>
                <a:cs typeface="맑은 고딕"/>
              </a:defRPr>
            </a:lvl4pPr>
            <a:lvl5pPr algn="l">
              <a:defRPr sz="1350" b="0">
                <a:solidFill>
                  <a:srgbClr val="52646F"/>
                </a:solidFill>
                <a:latin typeface="맑은 고딕"/>
                <a:ea typeface="맑은 고딕"/>
                <a:cs typeface="맑은 고딕"/>
              </a:defRPr>
            </a:lvl5pPr>
            <a:lvl6pPr algn="l">
              <a:defRPr sz="1350" b="0">
                <a:solidFill>
                  <a:srgbClr val="52646F"/>
                </a:solidFill>
                <a:latin typeface="맑은 고딕"/>
                <a:ea typeface="맑은 고딕"/>
                <a:cs typeface="맑은 고딕"/>
              </a:defRPr>
            </a:lvl6pPr>
            <a:lvl7pPr algn="l">
              <a:defRPr sz="1350" b="0">
                <a:solidFill>
                  <a:srgbClr val="52646F"/>
                </a:solidFill>
                <a:latin typeface="맑은 고딕"/>
                <a:ea typeface="맑은 고딕"/>
                <a:cs typeface="맑은 고딕"/>
              </a:defRPr>
            </a:lvl7pPr>
            <a:lvl8pPr algn="l">
              <a:defRPr sz="1350" b="0">
                <a:solidFill>
                  <a:srgbClr val="52646F"/>
                </a:solidFill>
                <a:latin typeface="맑은 고딕"/>
                <a:ea typeface="맑은 고딕"/>
                <a:cs typeface="맑은 고딕"/>
              </a:defRPr>
            </a:lvl8pPr>
            <a:lvl9pPr algn="l">
              <a:defRPr sz="1350" b="0">
                <a:solidFill>
                  <a:srgbClr val="52646F"/>
                </a:solidFill>
                <a:latin typeface="맑은 고딕"/>
                <a:ea typeface="맑은 고딕"/>
                <a:cs typeface="맑은 고딕"/>
              </a:defRPr>
            </a:lvl9pPr>
          </a:lstStyle>
          <a:p xmlns:a="http://schemas.openxmlformats.org/drawingml/2006/main">
            <a:pPr algn="l">
              <a:defRPr sz="1350" b="0">
                <a:solidFill>
                  <a:srgbClr val="52646F"/>
                </a:solidFill>
                <a:latin typeface="맑은 고딕"/>
                <a:ea typeface="맑은 고딕"/>
                <a:cs typeface="맑은 고딕"/>
              </a:defRPr>
            </a:pPr>
            <a:r>
              <a:rPr sz="1350" b="0">
                <a:solidFill>
                  <a:srgbClr val="52646F"/>
                </a:solidFill>
                <a:latin typeface="맑은 고딕"/>
                <a:ea typeface="맑은 고딕"/>
                <a:cs typeface="맑은 고딕"/>
              </a:rPr>
              <a:t>14</a:t>
            </a:r>
          </a:p>
        </p:txBody>
      </p:sp>
      <p:sp>
        <p:nvSpPr>
          <p:cNvPr id="3" name="">
            <a:extLst xmlns:a="http://schemas.openxmlformats.org/drawingml/2006/main">
              <a:ext uri="{FF2B5EF4-FFF2-40B4-BE49-F238E27FC236}">
                <a16:creationId xmlns:a16="http://schemas.microsoft.com/office/drawing/2014/main" id="{ABD7E305-6DA9-4EB5-B102-2F97F3C87C8D}"/>
              </a:ext>
            </a:extLst>
          </p:cNvPr>
          <p:cNvSpPr>
            <a:spLocks xmlns:a="http://schemas.openxmlformats.org/drawingml/2006/main" noGrp="1"/>
          </p:cNvSpPr>
          <p:nvPr/>
        </p:nvSpPr>
        <p:spPr>
          <a:xfrm xmlns:a="http://schemas.openxmlformats.org/drawingml/2006/main">
            <a:off x="685800" y="15525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132B3B"/>
                </a:solidFill>
                <a:latin typeface="맑은 고딕"/>
                <a:ea typeface="맑은 고딕"/>
                <a:cs typeface="맑은 고딕"/>
              </a:defRPr>
            </a:defPPr>
            <a:lvl1pPr algn="l">
              <a:defRPr sz="2550" b="1">
                <a:solidFill>
                  <a:srgbClr val="132B3B"/>
                </a:solidFill>
                <a:latin typeface="맑은 고딕"/>
                <a:ea typeface="맑은 고딕"/>
                <a:cs typeface="맑은 고딕"/>
              </a:defRPr>
            </a:lvl1pPr>
            <a:lvl2pPr algn="l">
              <a:defRPr sz="2550" b="1">
                <a:solidFill>
                  <a:srgbClr val="132B3B"/>
                </a:solidFill>
                <a:latin typeface="맑은 고딕"/>
                <a:ea typeface="맑은 고딕"/>
                <a:cs typeface="맑은 고딕"/>
              </a:defRPr>
            </a:lvl2pPr>
            <a:lvl3pPr algn="l">
              <a:defRPr sz="2550" b="1">
                <a:solidFill>
                  <a:srgbClr val="132B3B"/>
                </a:solidFill>
                <a:latin typeface="맑은 고딕"/>
                <a:ea typeface="맑은 고딕"/>
                <a:cs typeface="맑은 고딕"/>
              </a:defRPr>
            </a:lvl3pPr>
            <a:lvl4pPr algn="l">
              <a:defRPr sz="2550" b="1">
                <a:solidFill>
                  <a:srgbClr val="132B3B"/>
                </a:solidFill>
                <a:latin typeface="맑은 고딕"/>
                <a:ea typeface="맑은 고딕"/>
                <a:cs typeface="맑은 고딕"/>
              </a:defRPr>
            </a:lvl4pPr>
            <a:lvl5pPr algn="l">
              <a:defRPr sz="2550" b="1">
                <a:solidFill>
                  <a:srgbClr val="132B3B"/>
                </a:solidFill>
                <a:latin typeface="맑은 고딕"/>
                <a:ea typeface="맑은 고딕"/>
                <a:cs typeface="맑은 고딕"/>
              </a:defRPr>
            </a:lvl5pPr>
            <a:lvl6pPr algn="l">
              <a:defRPr sz="2550" b="1">
                <a:solidFill>
                  <a:srgbClr val="132B3B"/>
                </a:solidFill>
                <a:latin typeface="맑은 고딕"/>
                <a:ea typeface="맑은 고딕"/>
                <a:cs typeface="맑은 고딕"/>
              </a:defRPr>
            </a:lvl6pPr>
            <a:lvl7pPr algn="l">
              <a:defRPr sz="2550" b="1">
                <a:solidFill>
                  <a:srgbClr val="132B3B"/>
                </a:solidFill>
                <a:latin typeface="맑은 고딕"/>
                <a:ea typeface="맑은 고딕"/>
                <a:cs typeface="맑은 고딕"/>
              </a:defRPr>
            </a:lvl7pPr>
            <a:lvl8pPr algn="l">
              <a:defRPr sz="2550" b="1">
                <a:solidFill>
                  <a:srgbClr val="132B3B"/>
                </a:solidFill>
                <a:latin typeface="맑은 고딕"/>
                <a:ea typeface="맑은 고딕"/>
                <a:cs typeface="맑은 고딕"/>
              </a:defRPr>
            </a:lvl8pPr>
            <a:lvl9pPr algn="l">
              <a:defRPr sz="2550" b="1">
                <a:solidFill>
                  <a:srgbClr val="132B3B"/>
                </a:solidFill>
                <a:latin typeface="맑은 고딕"/>
                <a:ea typeface="맑은 고딕"/>
                <a:cs typeface="맑은 고딕"/>
              </a:defRPr>
            </a:lvl9pPr>
          </a:lstStyle>
          <a:p xmlns:a="http://schemas.openxmlformats.org/drawingml/2006/main">
            <a:pPr algn="l">
              <a:defRPr sz="2550" b="1">
                <a:solidFill>
                  <a:srgbClr val="132B3B"/>
                </a:solidFill>
                <a:latin typeface="맑은 고딕"/>
                <a:ea typeface="맑은 고딕"/>
                <a:cs typeface="맑은 고딕"/>
              </a:defRPr>
            </a:pPr>
            <a:r>
              <a:rPr sz="2550" b="1">
                <a:solidFill>
                  <a:srgbClr val="132B3B"/>
                </a:solidFill>
                <a:latin typeface="맑은 고딕"/>
                <a:ea typeface="맑은 고딕"/>
                <a:cs typeface="맑은 고딕"/>
              </a:rPr>
              <a:t>우선순위 = 백분위 격차 × 동일 가중치 × 최근 일관성</a:t>
            </a:r>
          </a:p>
        </p:txBody>
      </p:sp>
      <p:sp>
        <p:nvSpPr>
          <p:cNvPr id="4" name="">
            <a:extLst xmlns:a="http://schemas.openxmlformats.org/drawingml/2006/main">
              <a:ext uri="{FF2B5EF4-FFF2-40B4-BE49-F238E27FC236}">
                <a16:creationId xmlns:a16="http://schemas.microsoft.com/office/drawing/2014/main" id="{0E913151-E7F6-4BF2-9894-E5BFE1065497}"/>
              </a:ext>
            </a:extLst>
          </p:cNvPr>
          <p:cNvSpPr>
            <a:spLocks xmlns:a="http://schemas.openxmlformats.org/drawingml/2006/main" noGrp="1"/>
          </p:cNvSpPr>
          <p:nvPr/>
        </p:nvSpPr>
        <p:spPr>
          <a:xfrm xmlns:a="http://schemas.openxmlformats.org/drawingml/2006/main">
            <a:off x="685800" y="26289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43A48"/>
                </a:solidFill>
                <a:latin typeface="맑은 고딕"/>
                <a:ea typeface="맑은 고딕"/>
                <a:cs typeface="맑은 고딕"/>
              </a:defRPr>
            </a:defPPr>
            <a:lvl1pPr algn="l">
              <a:defRPr sz="2175" b="0">
                <a:solidFill>
                  <a:srgbClr val="243A48"/>
                </a:solidFill>
                <a:latin typeface="맑은 고딕"/>
                <a:ea typeface="맑은 고딕"/>
                <a:cs typeface="맑은 고딕"/>
              </a:defRPr>
            </a:lvl1pPr>
            <a:lvl2pPr algn="l">
              <a:defRPr sz="2175" b="0">
                <a:solidFill>
                  <a:srgbClr val="243A48"/>
                </a:solidFill>
                <a:latin typeface="맑은 고딕"/>
                <a:ea typeface="맑은 고딕"/>
                <a:cs typeface="맑은 고딕"/>
              </a:defRPr>
            </a:lvl2pPr>
            <a:lvl3pPr algn="l">
              <a:defRPr sz="2175" b="0">
                <a:solidFill>
                  <a:srgbClr val="243A48"/>
                </a:solidFill>
                <a:latin typeface="맑은 고딕"/>
                <a:ea typeface="맑은 고딕"/>
                <a:cs typeface="맑은 고딕"/>
              </a:defRPr>
            </a:lvl3pPr>
            <a:lvl4pPr algn="l">
              <a:defRPr sz="2175" b="0">
                <a:solidFill>
                  <a:srgbClr val="243A48"/>
                </a:solidFill>
                <a:latin typeface="맑은 고딕"/>
                <a:ea typeface="맑은 고딕"/>
                <a:cs typeface="맑은 고딕"/>
              </a:defRPr>
            </a:lvl4pPr>
            <a:lvl5pPr algn="l">
              <a:defRPr sz="2175" b="0">
                <a:solidFill>
                  <a:srgbClr val="243A48"/>
                </a:solidFill>
                <a:latin typeface="맑은 고딕"/>
                <a:ea typeface="맑은 고딕"/>
                <a:cs typeface="맑은 고딕"/>
              </a:defRPr>
            </a:lvl5pPr>
            <a:lvl6pPr algn="l">
              <a:defRPr sz="2175" b="0">
                <a:solidFill>
                  <a:srgbClr val="243A48"/>
                </a:solidFill>
                <a:latin typeface="맑은 고딕"/>
                <a:ea typeface="맑은 고딕"/>
                <a:cs typeface="맑은 고딕"/>
              </a:defRPr>
            </a:lvl6pPr>
            <a:lvl7pPr algn="l">
              <a:defRPr sz="2175" b="0">
                <a:solidFill>
                  <a:srgbClr val="243A48"/>
                </a:solidFill>
                <a:latin typeface="맑은 고딕"/>
                <a:ea typeface="맑은 고딕"/>
                <a:cs typeface="맑은 고딕"/>
              </a:defRPr>
            </a:lvl7pPr>
            <a:lvl8pPr algn="l">
              <a:defRPr sz="2175" b="0">
                <a:solidFill>
                  <a:srgbClr val="243A48"/>
                </a:solidFill>
                <a:latin typeface="맑은 고딕"/>
                <a:ea typeface="맑은 고딕"/>
                <a:cs typeface="맑은 고딕"/>
              </a:defRPr>
            </a:lvl8pPr>
            <a:lvl9pPr algn="l">
              <a:defRPr sz="2175" b="0">
                <a:solidFill>
                  <a:srgbClr val="243A48"/>
                </a:solidFill>
                <a:latin typeface="맑은 고딕"/>
                <a:ea typeface="맑은 고딕"/>
                <a:cs typeface="맑은 고딕"/>
              </a:defRPr>
            </a:lvl9pPr>
          </a:lstStyle>
          <a:p xmlns:a="http://schemas.openxmlformats.org/drawingml/2006/main">
            <a:pPr algn="l">
              <a:defRPr sz="2175" b="0">
                <a:solidFill>
                  <a:srgbClr val="243A48"/>
                </a:solidFill>
                <a:latin typeface="맑은 고딕"/>
                <a:ea typeface="맑은 고딕"/>
                <a:cs typeface="맑은 고딕"/>
              </a:defRPr>
            </a:pPr>
            <a:r>
              <a:rPr sz="2175" b="0">
                <a:solidFill>
                  <a:srgbClr val="243A48"/>
                </a:solidFill>
                <a:latin typeface="맑은 고딕"/>
                <a:ea typeface="맑은 고딕"/>
                <a:cs typeface="맑은 고딕"/>
              </a:rPr>
              <a:t>같은 역할·패치·대전 유형에서 본인과 현재 경기를 제외한다</a:t>
            </a:r>
          </a:p>
        </p:txBody>
      </p:sp>
      <p:sp>
        <p:nvSpPr>
          <p:cNvPr id="5" name="">
            <a:extLst xmlns:a="http://schemas.openxmlformats.org/drawingml/2006/main">
              <a:ext uri="{FF2B5EF4-FFF2-40B4-BE49-F238E27FC236}">
                <a16:creationId xmlns:a16="http://schemas.microsoft.com/office/drawing/2014/main" id="{47FF236B-B797-41F5-A00D-FDDF16CCA02F}"/>
              </a:ext>
            </a:extLst>
          </p:cNvPr>
          <p:cNvSpPr>
            <a:spLocks xmlns:a="http://schemas.openxmlformats.org/drawingml/2006/main" noGrp="1"/>
          </p:cNvSpPr>
          <p:nvPr/>
        </p:nvSpPr>
        <p:spPr>
          <a:xfrm xmlns:a="http://schemas.openxmlformats.org/drawingml/2006/main">
            <a:off x="685800" y="33909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43A48"/>
                </a:solidFill>
                <a:latin typeface="맑은 고딕"/>
                <a:ea typeface="맑은 고딕"/>
                <a:cs typeface="맑은 고딕"/>
              </a:defRPr>
            </a:defPPr>
            <a:lvl1pPr algn="l">
              <a:defRPr sz="2175" b="0">
                <a:solidFill>
                  <a:srgbClr val="243A48"/>
                </a:solidFill>
                <a:latin typeface="맑은 고딕"/>
                <a:ea typeface="맑은 고딕"/>
                <a:cs typeface="맑은 고딕"/>
              </a:defRPr>
            </a:lvl1pPr>
            <a:lvl2pPr algn="l">
              <a:defRPr sz="2175" b="0">
                <a:solidFill>
                  <a:srgbClr val="243A48"/>
                </a:solidFill>
                <a:latin typeface="맑은 고딕"/>
                <a:ea typeface="맑은 고딕"/>
                <a:cs typeface="맑은 고딕"/>
              </a:defRPr>
            </a:lvl2pPr>
            <a:lvl3pPr algn="l">
              <a:defRPr sz="2175" b="0">
                <a:solidFill>
                  <a:srgbClr val="243A48"/>
                </a:solidFill>
                <a:latin typeface="맑은 고딕"/>
                <a:ea typeface="맑은 고딕"/>
                <a:cs typeface="맑은 고딕"/>
              </a:defRPr>
            </a:lvl3pPr>
            <a:lvl4pPr algn="l">
              <a:defRPr sz="2175" b="0">
                <a:solidFill>
                  <a:srgbClr val="243A48"/>
                </a:solidFill>
                <a:latin typeface="맑은 고딕"/>
                <a:ea typeface="맑은 고딕"/>
                <a:cs typeface="맑은 고딕"/>
              </a:defRPr>
            </a:lvl4pPr>
            <a:lvl5pPr algn="l">
              <a:defRPr sz="2175" b="0">
                <a:solidFill>
                  <a:srgbClr val="243A48"/>
                </a:solidFill>
                <a:latin typeface="맑은 고딕"/>
                <a:ea typeface="맑은 고딕"/>
                <a:cs typeface="맑은 고딕"/>
              </a:defRPr>
            </a:lvl5pPr>
            <a:lvl6pPr algn="l">
              <a:defRPr sz="2175" b="0">
                <a:solidFill>
                  <a:srgbClr val="243A48"/>
                </a:solidFill>
                <a:latin typeface="맑은 고딕"/>
                <a:ea typeface="맑은 고딕"/>
                <a:cs typeface="맑은 고딕"/>
              </a:defRPr>
            </a:lvl6pPr>
            <a:lvl7pPr algn="l">
              <a:defRPr sz="2175" b="0">
                <a:solidFill>
                  <a:srgbClr val="243A48"/>
                </a:solidFill>
                <a:latin typeface="맑은 고딕"/>
                <a:ea typeface="맑은 고딕"/>
                <a:cs typeface="맑은 고딕"/>
              </a:defRPr>
            </a:lvl7pPr>
            <a:lvl8pPr algn="l">
              <a:defRPr sz="2175" b="0">
                <a:solidFill>
                  <a:srgbClr val="243A48"/>
                </a:solidFill>
                <a:latin typeface="맑은 고딕"/>
                <a:ea typeface="맑은 고딕"/>
                <a:cs typeface="맑은 고딕"/>
              </a:defRPr>
            </a:lvl8pPr>
            <a:lvl9pPr algn="l">
              <a:defRPr sz="2175" b="0">
                <a:solidFill>
                  <a:srgbClr val="243A48"/>
                </a:solidFill>
                <a:latin typeface="맑은 고딕"/>
                <a:ea typeface="맑은 고딕"/>
                <a:cs typeface="맑은 고딕"/>
              </a:defRPr>
            </a:lvl9pPr>
          </a:lstStyle>
          <a:p xmlns:a="http://schemas.openxmlformats.org/drawingml/2006/main">
            <a:pPr algn="l">
              <a:defRPr sz="2175" b="0">
                <a:solidFill>
                  <a:srgbClr val="243A48"/>
                </a:solidFill>
                <a:latin typeface="맑은 고딕"/>
                <a:ea typeface="맑은 고딕"/>
                <a:cs typeface="맑은 고딕"/>
              </a:defRPr>
            </a:pPr>
            <a:r>
              <a:rPr sz="2175" b="0">
                <a:solidFill>
                  <a:srgbClr val="243A48"/>
                </a:solidFill>
                <a:latin typeface="맑은 고딕"/>
                <a:ea typeface="맑은 고딕"/>
                <a:cs typeface="맑은 고딕"/>
              </a:rPr>
              <a:t>지표별 참고 30경기·10명, 최근 3경기 이상을 요구한다</a:t>
            </a:r>
          </a:p>
        </p:txBody>
      </p:sp>
      <p:sp>
        <p:nvSpPr>
          <p:cNvPr id="6" name="">
            <a:extLst xmlns:a="http://schemas.openxmlformats.org/drawingml/2006/main">
              <a:ext uri="{FF2B5EF4-FFF2-40B4-BE49-F238E27FC236}">
                <a16:creationId xmlns:a16="http://schemas.microsoft.com/office/drawing/2014/main" id="{0D0884F5-7996-4318-9C7F-242B4B30035F}"/>
              </a:ext>
            </a:extLst>
          </p:cNvPr>
          <p:cNvSpPr>
            <a:spLocks xmlns:a="http://schemas.openxmlformats.org/drawingml/2006/main" noGrp="1"/>
          </p:cNvSpPr>
          <p:nvPr/>
        </p:nvSpPr>
        <p:spPr>
          <a:xfrm xmlns:a="http://schemas.openxmlformats.org/drawingml/2006/main">
            <a:off x="685800" y="41529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43A48"/>
                </a:solidFill>
                <a:latin typeface="맑은 고딕"/>
                <a:ea typeface="맑은 고딕"/>
                <a:cs typeface="맑은 고딕"/>
              </a:defRPr>
            </a:defPPr>
            <a:lvl1pPr algn="l">
              <a:defRPr sz="2175" b="0">
                <a:solidFill>
                  <a:srgbClr val="243A48"/>
                </a:solidFill>
                <a:latin typeface="맑은 고딕"/>
                <a:ea typeface="맑은 고딕"/>
                <a:cs typeface="맑은 고딕"/>
              </a:defRPr>
            </a:lvl1pPr>
            <a:lvl2pPr algn="l">
              <a:defRPr sz="2175" b="0">
                <a:solidFill>
                  <a:srgbClr val="243A48"/>
                </a:solidFill>
                <a:latin typeface="맑은 고딕"/>
                <a:ea typeface="맑은 고딕"/>
                <a:cs typeface="맑은 고딕"/>
              </a:defRPr>
            </a:lvl2pPr>
            <a:lvl3pPr algn="l">
              <a:defRPr sz="2175" b="0">
                <a:solidFill>
                  <a:srgbClr val="243A48"/>
                </a:solidFill>
                <a:latin typeface="맑은 고딕"/>
                <a:ea typeface="맑은 고딕"/>
                <a:cs typeface="맑은 고딕"/>
              </a:defRPr>
            </a:lvl3pPr>
            <a:lvl4pPr algn="l">
              <a:defRPr sz="2175" b="0">
                <a:solidFill>
                  <a:srgbClr val="243A48"/>
                </a:solidFill>
                <a:latin typeface="맑은 고딕"/>
                <a:ea typeface="맑은 고딕"/>
                <a:cs typeface="맑은 고딕"/>
              </a:defRPr>
            </a:lvl4pPr>
            <a:lvl5pPr algn="l">
              <a:defRPr sz="2175" b="0">
                <a:solidFill>
                  <a:srgbClr val="243A48"/>
                </a:solidFill>
                <a:latin typeface="맑은 고딕"/>
                <a:ea typeface="맑은 고딕"/>
                <a:cs typeface="맑은 고딕"/>
              </a:defRPr>
            </a:lvl5pPr>
            <a:lvl6pPr algn="l">
              <a:defRPr sz="2175" b="0">
                <a:solidFill>
                  <a:srgbClr val="243A48"/>
                </a:solidFill>
                <a:latin typeface="맑은 고딕"/>
                <a:ea typeface="맑은 고딕"/>
                <a:cs typeface="맑은 고딕"/>
              </a:defRPr>
            </a:lvl6pPr>
            <a:lvl7pPr algn="l">
              <a:defRPr sz="2175" b="0">
                <a:solidFill>
                  <a:srgbClr val="243A48"/>
                </a:solidFill>
                <a:latin typeface="맑은 고딕"/>
                <a:ea typeface="맑은 고딕"/>
                <a:cs typeface="맑은 고딕"/>
              </a:defRPr>
            </a:lvl7pPr>
            <a:lvl8pPr algn="l">
              <a:defRPr sz="2175" b="0">
                <a:solidFill>
                  <a:srgbClr val="243A48"/>
                </a:solidFill>
                <a:latin typeface="맑은 고딕"/>
                <a:ea typeface="맑은 고딕"/>
                <a:cs typeface="맑은 고딕"/>
              </a:defRPr>
            </a:lvl8pPr>
            <a:lvl9pPr algn="l">
              <a:defRPr sz="2175" b="0">
                <a:solidFill>
                  <a:srgbClr val="243A48"/>
                </a:solidFill>
                <a:latin typeface="맑은 고딕"/>
                <a:ea typeface="맑은 고딕"/>
                <a:cs typeface="맑은 고딕"/>
              </a:defRPr>
            </a:lvl9pPr>
          </a:lstStyle>
          <a:p xmlns:a="http://schemas.openxmlformats.org/drawingml/2006/main">
            <a:pPr algn="l">
              <a:defRPr sz="2175" b="0">
                <a:solidFill>
                  <a:srgbClr val="243A48"/>
                </a:solidFill>
                <a:latin typeface="맑은 고딕"/>
                <a:ea typeface="맑은 고딕"/>
                <a:cs typeface="맑은 고딕"/>
              </a:defRPr>
            </a:pPr>
            <a:r>
              <a:rPr sz="2175" b="0">
                <a:solidFill>
                  <a:srgbClr val="243A48"/>
                </a:solidFill>
                <a:latin typeface="맑은 고딕"/>
                <a:ea typeface="맑은 고딕"/>
                <a:cs typeface="맑은 고딕"/>
              </a:rPr>
              <a:t>이전 3–10경기의 기준을 고정하고 이후 첫 3경기를 추적한다</a:t>
            </a:r>
          </a:p>
        </p:txBody>
      </p:sp>
      <p:sp>
        <p:nvSpPr>
          <p:cNvPr id="7" name="">
            <a:extLst xmlns:a="http://schemas.openxmlformats.org/drawingml/2006/main">
              <a:ext uri="{FF2B5EF4-FFF2-40B4-BE49-F238E27FC236}">
                <a16:creationId xmlns:a16="http://schemas.microsoft.com/office/drawing/2014/main" id="{D29F78B6-395F-401F-917F-47CDD782F4E0}"/>
              </a:ext>
            </a:extLst>
          </p:cNvPr>
          <p:cNvSpPr>
            <a:spLocks xmlns:a="http://schemas.openxmlformats.org/drawingml/2006/main" noGrp="1"/>
          </p:cNvSpPr>
          <p:nvPr/>
        </p:nvSpPr>
        <p:spPr>
          <a:xfrm xmlns:a="http://schemas.openxmlformats.org/drawingml/2006/main">
            <a:off x="685800" y="52387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C7D80"/>
                </a:solidFill>
                <a:latin typeface="맑은 고딕"/>
                <a:ea typeface="맑은 고딕"/>
                <a:cs typeface="맑은 고딕"/>
              </a:defRPr>
            </a:defPPr>
            <a:lvl1pPr algn="l">
              <a:defRPr sz="2250" b="1">
                <a:solidFill>
                  <a:srgbClr val="0C7D80"/>
                </a:solidFill>
                <a:latin typeface="맑은 고딕"/>
                <a:ea typeface="맑은 고딕"/>
                <a:cs typeface="맑은 고딕"/>
              </a:defRPr>
            </a:lvl1pPr>
            <a:lvl2pPr algn="l">
              <a:defRPr sz="2250" b="1">
                <a:solidFill>
                  <a:srgbClr val="0C7D80"/>
                </a:solidFill>
                <a:latin typeface="맑은 고딕"/>
                <a:ea typeface="맑은 고딕"/>
                <a:cs typeface="맑은 고딕"/>
              </a:defRPr>
            </a:lvl2pPr>
            <a:lvl3pPr algn="l">
              <a:defRPr sz="2250" b="1">
                <a:solidFill>
                  <a:srgbClr val="0C7D80"/>
                </a:solidFill>
                <a:latin typeface="맑은 고딕"/>
                <a:ea typeface="맑은 고딕"/>
                <a:cs typeface="맑은 고딕"/>
              </a:defRPr>
            </a:lvl3pPr>
            <a:lvl4pPr algn="l">
              <a:defRPr sz="2250" b="1">
                <a:solidFill>
                  <a:srgbClr val="0C7D80"/>
                </a:solidFill>
                <a:latin typeface="맑은 고딕"/>
                <a:ea typeface="맑은 고딕"/>
                <a:cs typeface="맑은 고딕"/>
              </a:defRPr>
            </a:lvl4pPr>
            <a:lvl5pPr algn="l">
              <a:defRPr sz="2250" b="1">
                <a:solidFill>
                  <a:srgbClr val="0C7D80"/>
                </a:solidFill>
                <a:latin typeface="맑은 고딕"/>
                <a:ea typeface="맑은 고딕"/>
                <a:cs typeface="맑은 고딕"/>
              </a:defRPr>
            </a:lvl5pPr>
            <a:lvl6pPr algn="l">
              <a:defRPr sz="2250" b="1">
                <a:solidFill>
                  <a:srgbClr val="0C7D80"/>
                </a:solidFill>
                <a:latin typeface="맑은 고딕"/>
                <a:ea typeface="맑은 고딕"/>
                <a:cs typeface="맑은 고딕"/>
              </a:defRPr>
            </a:lvl6pPr>
            <a:lvl7pPr algn="l">
              <a:defRPr sz="2250" b="1">
                <a:solidFill>
                  <a:srgbClr val="0C7D80"/>
                </a:solidFill>
                <a:latin typeface="맑은 고딕"/>
                <a:ea typeface="맑은 고딕"/>
                <a:cs typeface="맑은 고딕"/>
              </a:defRPr>
            </a:lvl7pPr>
            <a:lvl8pPr algn="l">
              <a:defRPr sz="2250" b="1">
                <a:solidFill>
                  <a:srgbClr val="0C7D80"/>
                </a:solidFill>
                <a:latin typeface="맑은 고딕"/>
                <a:ea typeface="맑은 고딕"/>
                <a:cs typeface="맑은 고딕"/>
              </a:defRPr>
            </a:lvl8pPr>
            <a:lvl9pPr algn="l">
              <a:defRPr sz="2250" b="1">
                <a:solidFill>
                  <a:srgbClr val="0C7D80"/>
                </a:solidFill>
                <a:latin typeface="맑은 고딕"/>
                <a:ea typeface="맑은 고딕"/>
                <a:cs typeface="맑은 고딕"/>
              </a:defRPr>
            </a:lvl9pPr>
          </a:lstStyle>
          <a:p xmlns:a="http://schemas.openxmlformats.org/drawingml/2006/main">
            <a:pPr algn="l">
              <a:defRPr sz="2250" b="1">
                <a:solidFill>
                  <a:srgbClr val="0C7D80"/>
                </a:solidFill>
                <a:latin typeface="맑은 고딕"/>
                <a:ea typeface="맑은 고딕"/>
                <a:cs typeface="맑은 고딕"/>
              </a:defRPr>
            </a:pPr>
            <a:r>
              <a:rPr sz="2250" b="1">
                <a:solidFill>
                  <a:srgbClr val="0C7D80"/>
                </a:solidFill>
                <a:latin typeface="맑은 고딕"/>
                <a:ea typeface="맑은 고딕"/>
                <a:cs typeface="맑은 고딕"/>
              </a:rPr>
              <a:t>원인·효능으로 해석하지 않는 숫자 기반 복기 우선순위</a:t>
            </a:r>
          </a:p>
        </p:txBody>
      </p:sp>
      <p:sp>
        <p:nvSpPr>
          <p:cNvPr id="8" name="">
            <a:extLst xmlns:a="http://schemas.openxmlformats.org/drawingml/2006/main">
              <a:ext uri="{FF2B5EF4-FFF2-40B4-BE49-F238E27FC236}">
                <a16:creationId xmlns:a16="http://schemas.microsoft.com/office/drawing/2014/main" id="{9509DB3E-DAD7-4805-8F8B-73FB1C7EA2CC}"/>
              </a:ext>
            </a:extLst>
          </p:cNvPr>
          <p:cNvSpPr>
            <a:spLocks xmlns:a="http://schemas.openxmlformats.org/drawingml/2006/main" noGrp="1"/>
          </p:cNvSpPr>
          <p:nvPr/>
        </p:nvSpPr>
        <p:spPr>
          <a:xfrm xmlns:a="http://schemas.openxmlformats.org/drawingml/2006/main">
            <a:off x="685800" y="59436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2646F"/>
                </a:solidFill>
                <a:latin typeface="맑은 고딕"/>
                <a:ea typeface="맑은 고딕"/>
                <a:cs typeface="맑은 고딕"/>
              </a:defRPr>
            </a:defPPr>
            <a:lvl1pPr algn="l">
              <a:defRPr sz="1725" b="0">
                <a:solidFill>
                  <a:srgbClr val="52646F"/>
                </a:solidFill>
                <a:latin typeface="맑은 고딕"/>
                <a:ea typeface="맑은 고딕"/>
                <a:cs typeface="맑은 고딕"/>
              </a:defRPr>
            </a:lvl1pPr>
            <a:lvl2pPr algn="l">
              <a:defRPr sz="1725" b="0">
                <a:solidFill>
                  <a:srgbClr val="52646F"/>
                </a:solidFill>
                <a:latin typeface="맑은 고딕"/>
                <a:ea typeface="맑은 고딕"/>
                <a:cs typeface="맑은 고딕"/>
              </a:defRPr>
            </a:lvl2pPr>
            <a:lvl3pPr algn="l">
              <a:defRPr sz="1725" b="0">
                <a:solidFill>
                  <a:srgbClr val="52646F"/>
                </a:solidFill>
                <a:latin typeface="맑은 고딕"/>
                <a:ea typeface="맑은 고딕"/>
                <a:cs typeface="맑은 고딕"/>
              </a:defRPr>
            </a:lvl3pPr>
            <a:lvl4pPr algn="l">
              <a:defRPr sz="1725" b="0">
                <a:solidFill>
                  <a:srgbClr val="52646F"/>
                </a:solidFill>
                <a:latin typeface="맑은 고딕"/>
                <a:ea typeface="맑은 고딕"/>
                <a:cs typeface="맑은 고딕"/>
              </a:defRPr>
            </a:lvl4pPr>
            <a:lvl5pPr algn="l">
              <a:defRPr sz="1725" b="0">
                <a:solidFill>
                  <a:srgbClr val="52646F"/>
                </a:solidFill>
                <a:latin typeface="맑은 고딕"/>
                <a:ea typeface="맑은 고딕"/>
                <a:cs typeface="맑은 고딕"/>
              </a:defRPr>
            </a:lvl5pPr>
            <a:lvl6pPr algn="l">
              <a:defRPr sz="1725" b="0">
                <a:solidFill>
                  <a:srgbClr val="52646F"/>
                </a:solidFill>
                <a:latin typeface="맑은 고딕"/>
                <a:ea typeface="맑은 고딕"/>
                <a:cs typeface="맑은 고딕"/>
              </a:defRPr>
            </a:lvl6pPr>
            <a:lvl7pPr algn="l">
              <a:defRPr sz="1725" b="0">
                <a:solidFill>
                  <a:srgbClr val="52646F"/>
                </a:solidFill>
                <a:latin typeface="맑은 고딕"/>
                <a:ea typeface="맑은 고딕"/>
                <a:cs typeface="맑은 고딕"/>
              </a:defRPr>
            </a:lvl7pPr>
            <a:lvl8pPr algn="l">
              <a:defRPr sz="1725" b="0">
                <a:solidFill>
                  <a:srgbClr val="52646F"/>
                </a:solidFill>
                <a:latin typeface="맑은 고딕"/>
                <a:ea typeface="맑은 고딕"/>
                <a:cs typeface="맑은 고딕"/>
              </a:defRPr>
            </a:lvl8pPr>
            <a:lvl9pPr algn="l">
              <a:defRPr sz="1725" b="0">
                <a:solidFill>
                  <a:srgbClr val="52646F"/>
                </a:solidFill>
                <a:latin typeface="맑은 고딕"/>
                <a:ea typeface="맑은 고딕"/>
                <a:cs typeface="맑은 고딕"/>
              </a:defRPr>
            </a:lvl9pPr>
          </a:lstStyle>
          <a:p xmlns:a="http://schemas.openxmlformats.org/drawingml/2006/main">
            <a:pPr algn="l">
              <a:defRPr sz="1725" b="0">
                <a:solidFill>
                  <a:srgbClr val="52646F"/>
                </a:solidFill>
                <a:latin typeface="맑은 고딕"/>
                <a:ea typeface="맑은 고딕"/>
                <a:cs typeface="맑은 고딕"/>
              </a:defRPr>
            </a:pPr>
            <a:r>
              <a:rPr sz="1725" b="0">
                <a:solidFill>
                  <a:srgbClr val="52646F"/>
                </a:solidFill>
                <a:latin typeface="맑은 고딕"/>
                <a:ea typeface="맑은 고딕"/>
                <a:cs typeface="맑은 고딕"/>
              </a:rPr>
              <a:t>현재 가중치는 학습된 승리 영향력이 아니다. 개인 변화도 조언의 인과 효과가 아니다</a:t>
            </a:r>
          </a:p>
        </p:txBody>
      </p:sp>
    </p:spTree>
    <p:extLst>
      <p:ext uri="{BB962C8B-B14F-4D97-AF65-F5344CB8AC3E}">
        <p14:creationId xmlns:p14="http://schemas.microsoft.com/office/powerpoint/2010/main" val="157127664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5B13CD-56D6-4D2E-AE13-F9610ABD3DBB}"/>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32B3B"/>
                </a:solidFill>
                <a:latin typeface="맑은 고딕"/>
                <a:ea typeface="맑은 고딕"/>
                <a:cs typeface="맑은 고딕"/>
              </a:defRPr>
            </a:defPPr>
            <a:lvl1pPr algn="l">
              <a:defRPr sz="3300" b="1">
                <a:solidFill>
                  <a:srgbClr val="132B3B"/>
                </a:solidFill>
                <a:latin typeface="맑은 고딕"/>
                <a:ea typeface="맑은 고딕"/>
                <a:cs typeface="맑은 고딕"/>
              </a:defRPr>
            </a:lvl1pPr>
            <a:lvl2pPr algn="l">
              <a:defRPr sz="3300" b="1">
                <a:solidFill>
                  <a:srgbClr val="132B3B"/>
                </a:solidFill>
                <a:latin typeface="맑은 고딕"/>
                <a:ea typeface="맑은 고딕"/>
                <a:cs typeface="맑은 고딕"/>
              </a:defRPr>
            </a:lvl2pPr>
            <a:lvl3pPr algn="l">
              <a:defRPr sz="3300" b="1">
                <a:solidFill>
                  <a:srgbClr val="132B3B"/>
                </a:solidFill>
                <a:latin typeface="맑은 고딕"/>
                <a:ea typeface="맑은 고딕"/>
                <a:cs typeface="맑은 고딕"/>
              </a:defRPr>
            </a:lvl3pPr>
            <a:lvl4pPr algn="l">
              <a:defRPr sz="3300" b="1">
                <a:solidFill>
                  <a:srgbClr val="132B3B"/>
                </a:solidFill>
                <a:latin typeface="맑은 고딕"/>
                <a:ea typeface="맑은 고딕"/>
                <a:cs typeface="맑은 고딕"/>
              </a:defRPr>
            </a:lvl4pPr>
            <a:lvl5pPr algn="l">
              <a:defRPr sz="3300" b="1">
                <a:solidFill>
                  <a:srgbClr val="132B3B"/>
                </a:solidFill>
                <a:latin typeface="맑은 고딕"/>
                <a:ea typeface="맑은 고딕"/>
                <a:cs typeface="맑은 고딕"/>
              </a:defRPr>
            </a:lvl5pPr>
            <a:lvl6pPr algn="l">
              <a:defRPr sz="3300" b="1">
                <a:solidFill>
                  <a:srgbClr val="132B3B"/>
                </a:solidFill>
                <a:latin typeface="맑은 고딕"/>
                <a:ea typeface="맑은 고딕"/>
                <a:cs typeface="맑은 고딕"/>
              </a:defRPr>
            </a:lvl6pPr>
            <a:lvl7pPr algn="l">
              <a:defRPr sz="3300" b="1">
                <a:solidFill>
                  <a:srgbClr val="132B3B"/>
                </a:solidFill>
                <a:latin typeface="맑은 고딕"/>
                <a:ea typeface="맑은 고딕"/>
                <a:cs typeface="맑은 고딕"/>
              </a:defRPr>
            </a:lvl7pPr>
            <a:lvl8pPr algn="l">
              <a:defRPr sz="3300" b="1">
                <a:solidFill>
                  <a:srgbClr val="132B3B"/>
                </a:solidFill>
                <a:latin typeface="맑은 고딕"/>
                <a:ea typeface="맑은 고딕"/>
                <a:cs typeface="맑은 고딕"/>
              </a:defRPr>
            </a:lvl8pPr>
            <a:lvl9pPr algn="l">
              <a:defRPr sz="3300" b="1">
                <a:solidFill>
                  <a:srgbClr val="132B3B"/>
                </a:solidFill>
                <a:latin typeface="맑은 고딕"/>
                <a:ea typeface="맑은 고딕"/>
                <a:cs typeface="맑은 고딕"/>
              </a:defRPr>
            </a:lvl9pPr>
          </a:lstStyle>
          <a:p xmlns:a="http://schemas.openxmlformats.org/drawingml/2006/main">
            <a:pPr algn="l">
              <a:defRPr sz="3300" b="1">
                <a:solidFill>
                  <a:srgbClr val="132B3B"/>
                </a:solidFill>
                <a:latin typeface="맑은 고딕"/>
                <a:ea typeface="맑은 고딕"/>
                <a:cs typeface="맑은 고딕"/>
              </a:defRPr>
            </a:pPr>
            <a:r>
              <a:rPr sz="3300" b="1">
                <a:solidFill>
                  <a:srgbClr val="132B3B"/>
                </a:solidFill>
                <a:latin typeface="맑은 고딕"/>
                <a:ea typeface="맑은 고딕"/>
                <a:cs typeface="맑은 고딕"/>
              </a:rPr>
              <a:t>변경하지 않은 모형의 추가 35경기 점검</a:t>
            </a:r>
          </a:p>
        </p:txBody>
      </p:sp>
      <p:sp>
        <p:nvSpPr>
          <p:cNvPr id="2" name="">
            <a:extLst xmlns:a="http://schemas.openxmlformats.org/drawingml/2006/main">
              <a:ext uri="{FF2B5EF4-FFF2-40B4-BE49-F238E27FC236}">
                <a16:creationId xmlns:a16="http://schemas.microsoft.com/office/drawing/2014/main" id="{8693A1F4-20C0-4CC2-8B9B-0AF67A722D53}"/>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52646F"/>
                </a:solidFill>
                <a:latin typeface="맑은 고딕"/>
                <a:ea typeface="맑은 고딕"/>
                <a:cs typeface="맑은 고딕"/>
              </a:defRPr>
            </a:defPPr>
            <a:lvl1pPr algn="l">
              <a:defRPr sz="1350" b="0">
                <a:solidFill>
                  <a:srgbClr val="52646F"/>
                </a:solidFill>
                <a:latin typeface="맑은 고딕"/>
                <a:ea typeface="맑은 고딕"/>
                <a:cs typeface="맑은 고딕"/>
              </a:defRPr>
            </a:lvl1pPr>
            <a:lvl2pPr algn="l">
              <a:defRPr sz="1350" b="0">
                <a:solidFill>
                  <a:srgbClr val="52646F"/>
                </a:solidFill>
                <a:latin typeface="맑은 고딕"/>
                <a:ea typeface="맑은 고딕"/>
                <a:cs typeface="맑은 고딕"/>
              </a:defRPr>
            </a:lvl2pPr>
            <a:lvl3pPr algn="l">
              <a:defRPr sz="1350" b="0">
                <a:solidFill>
                  <a:srgbClr val="52646F"/>
                </a:solidFill>
                <a:latin typeface="맑은 고딕"/>
                <a:ea typeface="맑은 고딕"/>
                <a:cs typeface="맑은 고딕"/>
              </a:defRPr>
            </a:lvl3pPr>
            <a:lvl4pPr algn="l">
              <a:defRPr sz="1350" b="0">
                <a:solidFill>
                  <a:srgbClr val="52646F"/>
                </a:solidFill>
                <a:latin typeface="맑은 고딕"/>
                <a:ea typeface="맑은 고딕"/>
                <a:cs typeface="맑은 고딕"/>
              </a:defRPr>
            </a:lvl4pPr>
            <a:lvl5pPr algn="l">
              <a:defRPr sz="1350" b="0">
                <a:solidFill>
                  <a:srgbClr val="52646F"/>
                </a:solidFill>
                <a:latin typeface="맑은 고딕"/>
                <a:ea typeface="맑은 고딕"/>
                <a:cs typeface="맑은 고딕"/>
              </a:defRPr>
            </a:lvl5pPr>
            <a:lvl6pPr algn="l">
              <a:defRPr sz="1350" b="0">
                <a:solidFill>
                  <a:srgbClr val="52646F"/>
                </a:solidFill>
                <a:latin typeface="맑은 고딕"/>
                <a:ea typeface="맑은 고딕"/>
                <a:cs typeface="맑은 고딕"/>
              </a:defRPr>
            </a:lvl6pPr>
            <a:lvl7pPr algn="l">
              <a:defRPr sz="1350" b="0">
                <a:solidFill>
                  <a:srgbClr val="52646F"/>
                </a:solidFill>
                <a:latin typeface="맑은 고딕"/>
                <a:ea typeface="맑은 고딕"/>
                <a:cs typeface="맑은 고딕"/>
              </a:defRPr>
            </a:lvl7pPr>
            <a:lvl8pPr algn="l">
              <a:defRPr sz="1350" b="0">
                <a:solidFill>
                  <a:srgbClr val="52646F"/>
                </a:solidFill>
                <a:latin typeface="맑은 고딕"/>
                <a:ea typeface="맑은 고딕"/>
                <a:cs typeface="맑은 고딕"/>
              </a:defRPr>
            </a:lvl8pPr>
            <a:lvl9pPr algn="l">
              <a:defRPr sz="1350" b="0">
                <a:solidFill>
                  <a:srgbClr val="52646F"/>
                </a:solidFill>
                <a:latin typeface="맑은 고딕"/>
                <a:ea typeface="맑은 고딕"/>
                <a:cs typeface="맑은 고딕"/>
              </a:defRPr>
            </a:lvl9pPr>
          </a:lstStyle>
          <a:p xmlns:a="http://schemas.openxmlformats.org/drawingml/2006/main">
            <a:pPr algn="l">
              <a:defRPr sz="1350" b="0">
                <a:solidFill>
                  <a:srgbClr val="52646F"/>
                </a:solidFill>
                <a:latin typeface="맑은 고딕"/>
                <a:ea typeface="맑은 고딕"/>
                <a:cs typeface="맑은 고딕"/>
              </a:defRPr>
            </a:pPr>
            <a:r>
              <a:rPr sz="1350" b="0">
                <a:solidFill>
                  <a:srgbClr val="52646F"/>
                </a:solidFill>
                <a:latin typeface="맑은 고딕"/>
                <a:ea typeface="맑은 고딕"/>
                <a:cs typeface="맑은 고딕"/>
              </a:rPr>
              <a:t>15</a:t>
            </a:r>
          </a:p>
        </p:txBody>
      </p:sp>
      <p:graphicFrame>
        <p:nvGraphicFramePr>
          <p:cNvPr id="3" name="">
            <a:extLst xmlns:a="http://schemas.openxmlformats.org/drawingml/2006/main">
              <a:ext uri="{FF2B5EF4-FFF2-40B4-BE49-F238E27FC236}">
                <a16:creationId xmlns:a16="http://schemas.microsoft.com/office/drawing/2014/main" id="{27FA9E0F-A64B-4BA4-9BFA-28B1B4DBED33}"/>
              </a:ext>
            </a:extLst>
          </p:cNvPr>
          <p:cNvGraphicFramePr/>
          <p:nvPr/>
        </p:nvGraphicFramePr>
        <p:xfrm>
          <a:off xmlns:a="http://schemas.openxmlformats.org/drawingml/2006/main" x="685800" y="1771650"/>
          <a:ext xmlns:a="http://schemas.openxmlformats.org/drawingml/2006/main" cx="10820400" cy="2857500"/>
        </p:xfrm>
        <a:graphic xmlns:a="http://schemas.openxmlformats.org/drawingml/2006/main">
          <a:graphicData uri="http://schemas.openxmlformats.org/drawingml/2006/table">
            <a:tbl>
              <a:tblPr/>
              <a:tblGrid>
                <a:gridCol w="2857500"/>
                <a:gridCol w="2095500"/>
                <a:gridCol w="2095500"/>
                <a:gridCol w="2190750"/>
                <a:gridCol w="1581150"/>
              </a:tblGrid>
              <a:tr h="714375">
                <a:tc>
                  <a:txBody>
                    <a:bodyPr lIns="95250" tIns="95250" rIns="95250" bIns="95250"/>
                    <a:lstStyle/>
                    <a:p>
                      <a:pPr algn="l"/>
                      <a:r>
                        <a:rPr sz="1950" b="1">
                          <a:solidFill>
                            <a:srgbClr val="FFFFFF"/>
                          </a:solidFill>
                          <a:latin typeface="맑은 고딕"/>
                          <a:ea typeface="맑은 고딕"/>
                          <a:cs typeface="맑은 고딕"/>
                        </a:rPr>
                        <a:t>모형</a:t>
                      </a:r>
                    </a:p>
                  </a:txBody>
                  <a:tcPr marL="91440" marR="91440" marT="45720" marB="45720" anchor="ctr">
                    <a:lnL w="9525">
                      <a:solidFill>
                        <a:srgbClr val="D9E0E4"/>
                      </a:solidFill>
                      <a:prstDash val="solid"/>
                    </a:lnL>
                    <a:lnR w="9525">
                      <a:solidFill>
                        <a:srgbClr val="D9E0E4"/>
                      </a:solidFill>
                      <a:prstDash val="solid"/>
                    </a:lnR>
                    <a:lnT w="9525">
                      <a:solidFill>
                        <a:srgbClr val="D9E0E4"/>
                      </a:solidFill>
                      <a:prstDash val="solid"/>
                    </a:lnT>
                    <a:lnB w="9525">
                      <a:solidFill>
                        <a:srgbClr val="D9E0E4"/>
                      </a:solidFill>
                      <a:prstDash val="solid"/>
                    </a:lnB>
                    <a:solidFill>
                      <a:srgbClr val="132B3B"/>
                    </a:solidFill>
                  </a:tcPr>
                </a:tc>
                <a:tc>
                  <a:txBody>
                    <a:bodyPr lIns="95250" tIns="95250" rIns="95250" bIns="95250"/>
                    <a:lstStyle/>
                    <a:p>
                      <a:pPr algn="ctr"/>
                      <a:r>
                        <a:rPr sz="1950" b="1">
                          <a:solidFill>
                            <a:srgbClr val="FFFFFF"/>
                          </a:solidFill>
                          <a:latin typeface="맑은 고딕"/>
                          <a:ea typeface="맑은 고딕"/>
                          <a:cs typeface="맑은 고딕"/>
                        </a:rPr>
                        <a:t>정확도</a:t>
                      </a:r>
                    </a:p>
                  </a:txBody>
                  <a:tcPr marL="91440" marR="91440" marT="45720" marB="45720" anchor="ctr">
                    <a:lnR w="9525">
                      <a:solidFill>
                        <a:srgbClr val="D9E0E4"/>
                      </a:solidFill>
                      <a:prstDash val="solid"/>
                    </a:lnR>
                    <a:lnT w="9525">
                      <a:solidFill>
                        <a:srgbClr val="D9E0E4"/>
                      </a:solidFill>
                      <a:prstDash val="solid"/>
                    </a:lnT>
                    <a:lnB w="9525">
                      <a:solidFill>
                        <a:srgbClr val="D9E0E4"/>
                      </a:solidFill>
                      <a:prstDash val="solid"/>
                    </a:lnB>
                    <a:solidFill>
                      <a:srgbClr val="132B3B"/>
                    </a:solidFill>
                  </a:tcPr>
                </a:tc>
                <a:tc>
                  <a:txBody>
                    <a:bodyPr lIns="95250" tIns="95250" rIns="95250" bIns="95250"/>
                    <a:lstStyle/>
                    <a:p>
                      <a:pPr algn="ctr"/>
                      <a:r>
                        <a:rPr sz="1950" b="1">
                          <a:solidFill>
                            <a:srgbClr val="FFFFFF"/>
                          </a:solidFill>
                          <a:latin typeface="맑은 고딕"/>
                          <a:ea typeface="맑은 고딕"/>
                          <a:cs typeface="맑은 고딕"/>
                        </a:rPr>
                        <a:t>ROC-AUC</a:t>
                      </a:r>
                    </a:p>
                  </a:txBody>
                  <a:tcPr marL="91440" marR="91440" marT="45720" marB="45720" anchor="ctr">
                    <a:lnR w="9525">
                      <a:solidFill>
                        <a:srgbClr val="D9E0E4"/>
                      </a:solidFill>
                      <a:prstDash val="solid"/>
                    </a:lnR>
                    <a:lnT w="9525">
                      <a:solidFill>
                        <a:srgbClr val="D9E0E4"/>
                      </a:solidFill>
                      <a:prstDash val="solid"/>
                    </a:lnT>
                    <a:lnB w="9525">
                      <a:solidFill>
                        <a:srgbClr val="D9E0E4"/>
                      </a:solidFill>
                      <a:prstDash val="solid"/>
                    </a:lnB>
                    <a:solidFill>
                      <a:srgbClr val="132B3B"/>
                    </a:solidFill>
                  </a:tcPr>
                </a:tc>
                <a:tc>
                  <a:txBody>
                    <a:bodyPr lIns="95250" tIns="95250" rIns="95250" bIns="95250"/>
                    <a:lstStyle/>
                    <a:p>
                      <a:pPr algn="ctr"/>
                      <a:r>
                        <a:rPr sz="1950" b="1">
                          <a:solidFill>
                            <a:srgbClr val="FFFFFF"/>
                          </a:solidFill>
                          <a:latin typeface="맑은 고딕"/>
                          <a:ea typeface="맑은 고딕"/>
                          <a:cs typeface="맑은 고딕"/>
                        </a:rPr>
                        <a:t>Brier</a:t>
                      </a:r>
                    </a:p>
                  </a:txBody>
                  <a:tcPr marL="91440" marR="91440" marT="45720" marB="45720" anchor="ctr">
                    <a:lnR w="9525">
                      <a:solidFill>
                        <a:srgbClr val="D9E0E4"/>
                      </a:solidFill>
                      <a:prstDash val="solid"/>
                    </a:lnR>
                    <a:lnT w="9525">
                      <a:solidFill>
                        <a:srgbClr val="D9E0E4"/>
                      </a:solidFill>
                      <a:prstDash val="solid"/>
                    </a:lnT>
                    <a:lnB w="9525">
                      <a:solidFill>
                        <a:srgbClr val="D9E0E4"/>
                      </a:solidFill>
                      <a:prstDash val="solid"/>
                    </a:lnB>
                    <a:solidFill>
                      <a:srgbClr val="132B3B"/>
                    </a:solidFill>
                  </a:tcPr>
                </a:tc>
                <a:tc>
                  <a:txBody>
                    <a:bodyPr lIns="95250" tIns="95250" rIns="95250" bIns="95250"/>
                    <a:lstStyle/>
                    <a:p>
                      <a:pPr algn="ctr"/>
                      <a:r>
                        <a:rPr sz="1950" b="1">
                          <a:solidFill>
                            <a:srgbClr val="FFFFFF"/>
                          </a:solidFill>
                          <a:latin typeface="맑은 고딕"/>
                          <a:ea typeface="맑은 고딕"/>
                          <a:cs typeface="맑은 고딕"/>
                        </a:rPr>
                        <a:t>정답</a:t>
                      </a:r>
                    </a:p>
                  </a:txBody>
                  <a:tcPr marL="91440" marR="91440" marT="45720" marB="45720" anchor="ctr">
                    <a:lnR w="9525">
                      <a:solidFill>
                        <a:srgbClr val="D9E0E4"/>
                      </a:solidFill>
                      <a:prstDash val="solid"/>
                    </a:lnR>
                    <a:lnT w="9525">
                      <a:solidFill>
                        <a:srgbClr val="D9E0E4"/>
                      </a:solidFill>
                      <a:prstDash val="solid"/>
                    </a:lnT>
                    <a:lnB w="9525">
                      <a:solidFill>
                        <a:srgbClr val="D9E0E4"/>
                      </a:solidFill>
                      <a:prstDash val="solid"/>
                    </a:lnB>
                    <a:solidFill>
                      <a:srgbClr val="132B3B"/>
                    </a:solidFill>
                  </a:tcPr>
                </a:tc>
              </a:tr>
              <a:tr h="714375">
                <a:tc>
                  <a:txBody>
                    <a:bodyPr lIns="95250" tIns="95250" rIns="95250" bIns="95250"/>
                    <a:lstStyle/>
                    <a:p>
                      <a:pPr algn="l"/>
                      <a:r>
                        <a:rPr sz="1950" b="0">
                          <a:solidFill>
                            <a:srgbClr val="243A48"/>
                          </a:solidFill>
                          <a:latin typeface="맑은 고딕"/>
                          <a:ea typeface="맑은 고딕"/>
                          <a:cs typeface="맑은 고딕"/>
                        </a:rPr>
                        <a:t>MLP</a:t>
                      </a:r>
                    </a:p>
                  </a:txBody>
                  <a:tcPr marL="91440" marR="91440" marT="45720" marB="45720" anchor="ctr">
                    <a:lnL w="9525">
                      <a:solidFill>
                        <a:srgbClr val="D9E0E4"/>
                      </a:solidFill>
                      <a:prstDash val="solid"/>
                    </a:lnL>
                    <a:lnR w="9525">
                      <a:solidFill>
                        <a:srgbClr val="D9E0E4"/>
                      </a:solidFill>
                      <a:prstDash val="solid"/>
                    </a:lnR>
                    <a:lnB w="9525">
                      <a:solidFill>
                        <a:srgbClr val="D9E0E4"/>
                      </a:solidFill>
                      <a:prstDash val="solid"/>
                    </a:lnB>
                    <a:solidFill>
                      <a:srgbClr val="FFFFFF"/>
                    </a:solidFill>
                  </a:tcPr>
                </a:tc>
                <a:tc>
                  <a:txBody>
                    <a:bodyPr lIns="95250" tIns="95250" rIns="95250" bIns="95250"/>
                    <a:lstStyle/>
                    <a:p>
                      <a:pPr algn="ctr"/>
                      <a:r>
                        <a:rPr sz="1950" b="0">
                          <a:solidFill>
                            <a:srgbClr val="243A48"/>
                          </a:solidFill>
                          <a:latin typeface="맑은 고딕"/>
                          <a:ea typeface="맑은 고딕"/>
                          <a:cs typeface="맑은 고딕"/>
                        </a:rPr>
                        <a:t>57.14%</a:t>
                      </a:r>
                    </a:p>
                  </a:txBody>
                  <a:tcPr marL="91440" marR="91440" marT="45720" marB="45720" anchor="ctr">
                    <a:lnR w="9525">
                      <a:solidFill>
                        <a:srgbClr val="D9E0E4"/>
                      </a:solidFill>
                      <a:prstDash val="solid"/>
                    </a:lnR>
                    <a:lnB w="9525">
                      <a:solidFill>
                        <a:srgbClr val="D9E0E4"/>
                      </a:solidFill>
                      <a:prstDash val="solid"/>
                    </a:lnB>
                    <a:solidFill>
                      <a:srgbClr val="FFFFFF"/>
                    </a:solidFill>
                  </a:tcPr>
                </a:tc>
                <a:tc>
                  <a:txBody>
                    <a:bodyPr lIns="95250" tIns="95250" rIns="95250" bIns="95250"/>
                    <a:lstStyle/>
                    <a:p>
                      <a:pPr algn="ctr"/>
                      <a:r>
                        <a:rPr sz="1950" b="0">
                          <a:solidFill>
                            <a:srgbClr val="243A48"/>
                          </a:solidFill>
                          <a:latin typeface="맑은 고딕"/>
                          <a:ea typeface="맑은 고딕"/>
                          <a:cs typeface="맑은 고딕"/>
                        </a:rPr>
                        <a:t>0.670000</a:t>
                      </a:r>
                    </a:p>
                  </a:txBody>
                  <a:tcPr marL="91440" marR="91440" marT="45720" marB="45720" anchor="ctr">
                    <a:lnR w="9525">
                      <a:solidFill>
                        <a:srgbClr val="D9E0E4"/>
                      </a:solidFill>
                      <a:prstDash val="solid"/>
                    </a:lnR>
                    <a:lnB w="9525">
                      <a:solidFill>
                        <a:srgbClr val="D9E0E4"/>
                      </a:solidFill>
                      <a:prstDash val="solid"/>
                    </a:lnB>
                    <a:solidFill>
                      <a:srgbClr val="FFFFFF"/>
                    </a:solidFill>
                  </a:tcPr>
                </a:tc>
                <a:tc>
                  <a:txBody>
                    <a:bodyPr lIns="95250" tIns="95250" rIns="95250" bIns="95250"/>
                    <a:lstStyle/>
                    <a:p>
                      <a:pPr algn="ctr"/>
                      <a:r>
                        <a:rPr sz="1950" b="0">
                          <a:solidFill>
                            <a:srgbClr val="243A48"/>
                          </a:solidFill>
                          <a:latin typeface="맑은 고딕"/>
                          <a:ea typeface="맑은 고딕"/>
                          <a:cs typeface="맑은 고딕"/>
                        </a:rPr>
                        <a:t>0.319481</a:t>
                      </a:r>
                    </a:p>
                  </a:txBody>
                  <a:tcPr marL="91440" marR="91440" marT="45720" marB="45720" anchor="ctr">
                    <a:lnR w="9525">
                      <a:solidFill>
                        <a:srgbClr val="D9E0E4"/>
                      </a:solidFill>
                      <a:prstDash val="solid"/>
                    </a:lnR>
                    <a:lnB w="9525">
                      <a:solidFill>
                        <a:srgbClr val="D9E0E4"/>
                      </a:solidFill>
                      <a:prstDash val="solid"/>
                    </a:lnB>
                    <a:solidFill>
                      <a:srgbClr val="FFFFFF"/>
                    </a:solidFill>
                  </a:tcPr>
                </a:tc>
                <a:tc>
                  <a:txBody>
                    <a:bodyPr lIns="95250" tIns="95250" rIns="95250" bIns="95250"/>
                    <a:lstStyle/>
                    <a:p>
                      <a:pPr algn="ctr"/>
                      <a:r>
                        <a:rPr sz="1950" b="0">
                          <a:solidFill>
                            <a:srgbClr val="243A48"/>
                          </a:solidFill>
                          <a:latin typeface="맑은 고딕"/>
                          <a:ea typeface="맑은 고딕"/>
                          <a:cs typeface="맑은 고딕"/>
                        </a:rPr>
                        <a:t>20/35</a:t>
                      </a:r>
                    </a:p>
                  </a:txBody>
                  <a:tcPr marL="91440" marR="91440" marT="45720" marB="45720" anchor="ctr">
                    <a:lnR w="9525">
                      <a:solidFill>
                        <a:srgbClr val="D9E0E4"/>
                      </a:solidFill>
                      <a:prstDash val="solid"/>
                    </a:lnR>
                    <a:lnB w="9525">
                      <a:solidFill>
                        <a:srgbClr val="D9E0E4"/>
                      </a:solidFill>
                      <a:prstDash val="solid"/>
                    </a:lnB>
                    <a:solidFill>
                      <a:srgbClr val="FFFFFF"/>
                    </a:solidFill>
                  </a:tcPr>
                </a:tc>
              </a:tr>
              <a:tr h="714375">
                <a:tc>
                  <a:txBody>
                    <a:bodyPr lIns="95250" tIns="95250" rIns="95250" bIns="95250"/>
                    <a:lstStyle/>
                    <a:p>
                      <a:pPr algn="l"/>
                      <a:r>
                        <a:rPr sz="1950" b="0">
                          <a:solidFill>
                            <a:srgbClr val="243A48"/>
                          </a:solidFill>
                          <a:latin typeface="맑은 고딕"/>
                          <a:ea typeface="맑은 고딕"/>
                          <a:cs typeface="맑은 고딕"/>
                        </a:rPr>
                        <a:t>로지스틱</a:t>
                      </a:r>
                    </a:p>
                  </a:txBody>
                  <a:tcPr marL="91440" marR="91440" marT="45720" marB="45720" anchor="ctr">
                    <a:lnL w="9525">
                      <a:solidFill>
                        <a:srgbClr val="D9E0E4"/>
                      </a:solidFill>
                      <a:prstDash val="solid"/>
                    </a:lnL>
                    <a:lnR w="9525">
                      <a:solidFill>
                        <a:srgbClr val="D9E0E4"/>
                      </a:solidFill>
                      <a:prstDash val="solid"/>
                    </a:lnR>
                    <a:lnB w="9525">
                      <a:solidFill>
                        <a:srgbClr val="D9E0E4"/>
                      </a:solidFill>
                      <a:prstDash val="solid"/>
                    </a:lnB>
                    <a:solidFill>
                      <a:srgbClr val="FFFFFF"/>
                    </a:solidFill>
                  </a:tcPr>
                </a:tc>
                <a:tc>
                  <a:txBody>
                    <a:bodyPr lIns="95250" tIns="95250" rIns="95250" bIns="95250"/>
                    <a:lstStyle/>
                    <a:p>
                      <a:pPr algn="ctr"/>
                      <a:r>
                        <a:rPr sz="1950" b="0">
                          <a:solidFill>
                            <a:srgbClr val="243A48"/>
                          </a:solidFill>
                          <a:latin typeface="맑은 고딕"/>
                          <a:ea typeface="맑은 고딕"/>
                          <a:cs typeface="맑은 고딕"/>
                        </a:rPr>
                        <a:t>80.00%</a:t>
                      </a:r>
                    </a:p>
                  </a:txBody>
                  <a:tcPr marL="91440" marR="91440" marT="45720" marB="45720" anchor="ctr">
                    <a:lnR w="9525">
                      <a:solidFill>
                        <a:srgbClr val="D9E0E4"/>
                      </a:solidFill>
                      <a:prstDash val="solid"/>
                    </a:lnR>
                    <a:lnB w="9525">
                      <a:solidFill>
                        <a:srgbClr val="D9E0E4"/>
                      </a:solidFill>
                      <a:prstDash val="solid"/>
                    </a:lnB>
                    <a:solidFill>
                      <a:srgbClr val="FFFFFF"/>
                    </a:solidFill>
                  </a:tcPr>
                </a:tc>
                <a:tc>
                  <a:txBody>
                    <a:bodyPr lIns="95250" tIns="95250" rIns="95250" bIns="95250"/>
                    <a:lstStyle/>
                    <a:p>
                      <a:pPr algn="ctr"/>
                      <a:r>
                        <a:rPr sz="1950" b="0">
                          <a:solidFill>
                            <a:srgbClr val="243A48"/>
                          </a:solidFill>
                          <a:latin typeface="맑은 고딕"/>
                          <a:ea typeface="맑은 고딕"/>
                          <a:cs typeface="맑은 고딕"/>
                        </a:rPr>
                        <a:t>0.873333</a:t>
                      </a:r>
                    </a:p>
                  </a:txBody>
                  <a:tcPr marL="91440" marR="91440" marT="45720" marB="45720" anchor="ctr">
                    <a:lnR w="9525">
                      <a:solidFill>
                        <a:srgbClr val="D9E0E4"/>
                      </a:solidFill>
                      <a:prstDash val="solid"/>
                    </a:lnR>
                    <a:lnB w="9525">
                      <a:solidFill>
                        <a:srgbClr val="D9E0E4"/>
                      </a:solidFill>
                      <a:prstDash val="solid"/>
                    </a:lnB>
                    <a:solidFill>
                      <a:srgbClr val="FFFFFF"/>
                    </a:solidFill>
                  </a:tcPr>
                </a:tc>
                <a:tc>
                  <a:txBody>
                    <a:bodyPr lIns="95250" tIns="95250" rIns="95250" bIns="95250"/>
                    <a:lstStyle/>
                    <a:p>
                      <a:pPr algn="ctr"/>
                      <a:r>
                        <a:rPr sz="1950" b="0">
                          <a:solidFill>
                            <a:srgbClr val="243A48"/>
                          </a:solidFill>
                          <a:latin typeface="맑은 고딕"/>
                          <a:ea typeface="맑은 고딕"/>
                          <a:cs typeface="맑은 고딕"/>
                        </a:rPr>
                        <a:t>0.168850</a:t>
                      </a:r>
                    </a:p>
                  </a:txBody>
                  <a:tcPr marL="91440" marR="91440" marT="45720" marB="45720" anchor="ctr">
                    <a:lnR w="9525">
                      <a:solidFill>
                        <a:srgbClr val="D9E0E4"/>
                      </a:solidFill>
                      <a:prstDash val="solid"/>
                    </a:lnR>
                    <a:lnB w="9525">
                      <a:solidFill>
                        <a:srgbClr val="D9E0E4"/>
                      </a:solidFill>
                      <a:prstDash val="solid"/>
                    </a:lnB>
                    <a:solidFill>
                      <a:srgbClr val="FFFFFF"/>
                    </a:solidFill>
                  </a:tcPr>
                </a:tc>
                <a:tc>
                  <a:txBody>
                    <a:bodyPr lIns="95250" tIns="95250" rIns="95250" bIns="95250"/>
                    <a:lstStyle/>
                    <a:p>
                      <a:pPr algn="ctr"/>
                      <a:r>
                        <a:rPr sz="1950" b="0">
                          <a:solidFill>
                            <a:srgbClr val="243A48"/>
                          </a:solidFill>
                          <a:latin typeface="맑은 고딕"/>
                          <a:ea typeface="맑은 고딕"/>
                          <a:cs typeface="맑은 고딕"/>
                        </a:rPr>
                        <a:t>28/35</a:t>
                      </a:r>
                    </a:p>
                  </a:txBody>
                  <a:tcPr marL="91440" marR="91440" marT="45720" marB="45720" anchor="ctr">
                    <a:lnR w="9525">
                      <a:solidFill>
                        <a:srgbClr val="D9E0E4"/>
                      </a:solidFill>
                      <a:prstDash val="solid"/>
                    </a:lnR>
                    <a:lnB w="9525">
                      <a:solidFill>
                        <a:srgbClr val="D9E0E4"/>
                      </a:solidFill>
                      <a:prstDash val="solid"/>
                    </a:lnB>
                    <a:solidFill>
                      <a:srgbClr val="FFFFFF"/>
                    </a:solidFill>
                  </a:tcPr>
                </a:tc>
              </a:tr>
              <a:tr h="714375">
                <a:tc>
                  <a:txBody>
                    <a:bodyPr lIns="95250" tIns="95250" rIns="95250" bIns="95250"/>
                    <a:lstStyle/>
                    <a:p>
                      <a:pPr algn="l"/>
                      <a:r>
                        <a:rPr sz="1950" b="0">
                          <a:solidFill>
                            <a:srgbClr val="243A48"/>
                          </a:solidFill>
                          <a:latin typeface="맑은 고딕"/>
                          <a:ea typeface="맑은 고딕"/>
                          <a:cs typeface="맑은 고딕"/>
                        </a:rPr>
                        <a:t>상수</a:t>
                      </a:r>
                    </a:p>
                  </a:txBody>
                  <a:tcPr marL="91440" marR="91440" marT="45720" marB="45720" anchor="ctr">
                    <a:lnL w="9525">
                      <a:solidFill>
                        <a:srgbClr val="D9E0E4"/>
                      </a:solidFill>
                      <a:prstDash val="solid"/>
                    </a:lnL>
                    <a:lnR w="9525">
                      <a:solidFill>
                        <a:srgbClr val="D9E0E4"/>
                      </a:solidFill>
                      <a:prstDash val="solid"/>
                    </a:lnR>
                    <a:lnB w="9525">
                      <a:solidFill>
                        <a:srgbClr val="D9E0E4"/>
                      </a:solidFill>
                      <a:prstDash val="solid"/>
                    </a:lnB>
                    <a:solidFill>
                      <a:srgbClr val="FFFFFF"/>
                    </a:solidFill>
                  </a:tcPr>
                </a:tc>
                <a:tc>
                  <a:txBody>
                    <a:bodyPr lIns="95250" tIns="95250" rIns="95250" bIns="95250"/>
                    <a:lstStyle/>
                    <a:p>
                      <a:pPr algn="ctr"/>
                      <a:r>
                        <a:rPr sz="1950" b="0">
                          <a:solidFill>
                            <a:srgbClr val="243A48"/>
                          </a:solidFill>
                          <a:latin typeface="맑은 고딕"/>
                          <a:ea typeface="맑은 고딕"/>
                          <a:cs typeface="맑은 고딕"/>
                        </a:rPr>
                        <a:t>42.86%</a:t>
                      </a:r>
                    </a:p>
                  </a:txBody>
                  <a:tcPr marL="91440" marR="91440" marT="45720" marB="45720" anchor="ctr">
                    <a:lnR w="9525">
                      <a:solidFill>
                        <a:srgbClr val="D9E0E4"/>
                      </a:solidFill>
                      <a:prstDash val="solid"/>
                    </a:lnR>
                    <a:lnB w="9525">
                      <a:solidFill>
                        <a:srgbClr val="D9E0E4"/>
                      </a:solidFill>
                      <a:prstDash val="solid"/>
                    </a:lnB>
                    <a:solidFill>
                      <a:srgbClr val="FFFFFF"/>
                    </a:solidFill>
                  </a:tcPr>
                </a:tc>
                <a:tc>
                  <a:txBody>
                    <a:bodyPr lIns="95250" tIns="95250" rIns="95250" bIns="95250"/>
                    <a:lstStyle/>
                    <a:p>
                      <a:pPr algn="ctr"/>
                      <a:r>
                        <a:rPr sz="1950" b="0">
                          <a:solidFill>
                            <a:srgbClr val="243A48"/>
                          </a:solidFill>
                          <a:latin typeface="맑은 고딕"/>
                          <a:ea typeface="맑은 고딕"/>
                          <a:cs typeface="맑은 고딕"/>
                        </a:rPr>
                        <a:t>0.500000</a:t>
                      </a:r>
                    </a:p>
                  </a:txBody>
                  <a:tcPr marL="91440" marR="91440" marT="45720" marB="45720" anchor="ctr">
                    <a:lnR w="9525">
                      <a:solidFill>
                        <a:srgbClr val="D9E0E4"/>
                      </a:solidFill>
                      <a:prstDash val="solid"/>
                    </a:lnR>
                    <a:lnB w="9525">
                      <a:solidFill>
                        <a:srgbClr val="D9E0E4"/>
                      </a:solidFill>
                      <a:prstDash val="solid"/>
                    </a:lnB>
                    <a:solidFill>
                      <a:srgbClr val="FFFFFF"/>
                    </a:solidFill>
                  </a:tcPr>
                </a:tc>
                <a:tc>
                  <a:txBody>
                    <a:bodyPr lIns="95250" tIns="95250" rIns="95250" bIns="95250"/>
                    <a:lstStyle/>
                    <a:p>
                      <a:pPr algn="ctr"/>
                      <a:r>
                        <a:rPr sz="1950" b="0">
                          <a:solidFill>
                            <a:srgbClr val="243A48"/>
                          </a:solidFill>
                          <a:latin typeface="맑은 고딕"/>
                          <a:ea typeface="맑은 고딕"/>
                          <a:cs typeface="맑은 고딕"/>
                        </a:rPr>
                        <a:t>0.267321</a:t>
                      </a:r>
                    </a:p>
                  </a:txBody>
                  <a:tcPr marL="91440" marR="91440" marT="45720" marB="45720" anchor="ctr">
                    <a:lnR w="9525">
                      <a:solidFill>
                        <a:srgbClr val="D9E0E4"/>
                      </a:solidFill>
                      <a:prstDash val="solid"/>
                    </a:lnR>
                    <a:lnB w="9525">
                      <a:solidFill>
                        <a:srgbClr val="D9E0E4"/>
                      </a:solidFill>
                      <a:prstDash val="solid"/>
                    </a:lnB>
                    <a:solidFill>
                      <a:srgbClr val="FFFFFF"/>
                    </a:solidFill>
                  </a:tcPr>
                </a:tc>
                <a:tc>
                  <a:txBody>
                    <a:bodyPr lIns="95250" tIns="95250" rIns="95250" bIns="95250"/>
                    <a:lstStyle/>
                    <a:p>
                      <a:pPr algn="ctr"/>
                      <a:r>
                        <a:rPr sz="1950" b="0">
                          <a:solidFill>
                            <a:srgbClr val="243A48"/>
                          </a:solidFill>
                          <a:latin typeface="맑은 고딕"/>
                          <a:ea typeface="맑은 고딕"/>
                          <a:cs typeface="맑은 고딕"/>
                        </a:rPr>
                        <a:t>15/35</a:t>
                      </a:r>
                    </a:p>
                  </a:txBody>
                  <a:tcPr marL="91440" marR="91440" marT="45720" marB="45720" anchor="ctr">
                    <a:lnR w="9525">
                      <a:solidFill>
                        <a:srgbClr val="D9E0E4"/>
                      </a:solidFill>
                      <a:prstDash val="solid"/>
                    </a:lnR>
                    <a:lnB w="9525">
                      <a:solidFill>
                        <a:srgbClr val="D9E0E4"/>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89C2597-A583-4516-AAA1-9EE464ACE4B9}"/>
              </a:ext>
            </a:extLst>
          </p:cNvPr>
          <p:cNvSpPr>
            <a:spLocks xmlns:a="http://schemas.openxmlformats.org/drawingml/2006/main" noGrp="1"/>
          </p:cNvSpPr>
          <p:nvPr/>
        </p:nvSpPr>
        <p:spPr>
          <a:xfrm xmlns:a="http://schemas.openxmlformats.org/drawingml/2006/main">
            <a:off x="685800" y="49149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0C7D80"/>
                </a:solidFill>
                <a:latin typeface="맑은 고딕"/>
                <a:ea typeface="맑은 고딕"/>
                <a:cs typeface="맑은 고딕"/>
              </a:defRPr>
            </a:defPPr>
            <a:lvl1pPr algn="l">
              <a:defRPr sz="2025" b="1">
                <a:solidFill>
                  <a:srgbClr val="0C7D80"/>
                </a:solidFill>
                <a:latin typeface="맑은 고딕"/>
                <a:ea typeface="맑은 고딕"/>
                <a:cs typeface="맑은 고딕"/>
              </a:defRPr>
            </a:lvl1pPr>
            <a:lvl2pPr algn="l">
              <a:defRPr sz="2025" b="1">
                <a:solidFill>
                  <a:srgbClr val="0C7D80"/>
                </a:solidFill>
                <a:latin typeface="맑은 고딕"/>
                <a:ea typeface="맑은 고딕"/>
                <a:cs typeface="맑은 고딕"/>
              </a:defRPr>
            </a:lvl2pPr>
            <a:lvl3pPr algn="l">
              <a:defRPr sz="2025" b="1">
                <a:solidFill>
                  <a:srgbClr val="0C7D80"/>
                </a:solidFill>
                <a:latin typeface="맑은 고딕"/>
                <a:ea typeface="맑은 고딕"/>
                <a:cs typeface="맑은 고딕"/>
              </a:defRPr>
            </a:lvl3pPr>
            <a:lvl4pPr algn="l">
              <a:defRPr sz="2025" b="1">
                <a:solidFill>
                  <a:srgbClr val="0C7D80"/>
                </a:solidFill>
                <a:latin typeface="맑은 고딕"/>
                <a:ea typeface="맑은 고딕"/>
                <a:cs typeface="맑은 고딕"/>
              </a:defRPr>
            </a:lvl4pPr>
            <a:lvl5pPr algn="l">
              <a:defRPr sz="2025" b="1">
                <a:solidFill>
                  <a:srgbClr val="0C7D80"/>
                </a:solidFill>
                <a:latin typeface="맑은 고딕"/>
                <a:ea typeface="맑은 고딕"/>
                <a:cs typeface="맑은 고딕"/>
              </a:defRPr>
            </a:lvl5pPr>
            <a:lvl6pPr algn="l">
              <a:defRPr sz="2025" b="1">
                <a:solidFill>
                  <a:srgbClr val="0C7D80"/>
                </a:solidFill>
                <a:latin typeface="맑은 고딕"/>
                <a:ea typeface="맑은 고딕"/>
                <a:cs typeface="맑은 고딕"/>
              </a:defRPr>
            </a:lvl6pPr>
            <a:lvl7pPr algn="l">
              <a:defRPr sz="2025" b="1">
                <a:solidFill>
                  <a:srgbClr val="0C7D80"/>
                </a:solidFill>
                <a:latin typeface="맑은 고딕"/>
                <a:ea typeface="맑은 고딕"/>
                <a:cs typeface="맑은 고딕"/>
              </a:defRPr>
            </a:lvl7pPr>
            <a:lvl8pPr algn="l">
              <a:defRPr sz="2025" b="1">
                <a:solidFill>
                  <a:srgbClr val="0C7D80"/>
                </a:solidFill>
                <a:latin typeface="맑은 고딕"/>
                <a:ea typeface="맑은 고딕"/>
                <a:cs typeface="맑은 고딕"/>
              </a:defRPr>
            </a:lvl8pPr>
            <a:lvl9pPr algn="l">
              <a:defRPr sz="2025" b="1">
                <a:solidFill>
                  <a:srgbClr val="0C7D80"/>
                </a:solidFill>
                <a:latin typeface="맑은 고딕"/>
                <a:ea typeface="맑은 고딕"/>
                <a:cs typeface="맑은 고딕"/>
              </a:defRPr>
            </a:lvl9pPr>
          </a:lstStyle>
          <a:p xmlns:a="http://schemas.openxmlformats.org/drawingml/2006/main">
            <a:pPr algn="l">
              <a:defRPr sz="2025" b="1">
                <a:solidFill>
                  <a:srgbClr val="0C7D80"/>
                </a:solidFill>
                <a:latin typeface="맑은 고딕"/>
                <a:ea typeface="맑은 고딕"/>
                <a:cs typeface="맑은 고딕"/>
              </a:defRPr>
            </a:pPr>
            <a:r>
              <a:rPr sz="2025" b="1">
                <a:solidFill>
                  <a:srgbClr val="0C7D80"/>
                </a:solidFill>
                <a:latin typeface="맑은 고딕"/>
                <a:ea typeface="맑은 고딕"/>
                <a:cs typeface="맑은 고딕"/>
              </a:rPr>
              <a:t>가중치·제외 목록을 고정하고 모형 생성 이후 경기를 별도 수집했다</a:t>
            </a:r>
          </a:p>
        </p:txBody>
      </p:sp>
      <p:sp>
        <p:nvSpPr>
          <p:cNvPr id="5" name="">
            <a:extLst xmlns:a="http://schemas.openxmlformats.org/drawingml/2006/main">
              <a:ext uri="{FF2B5EF4-FFF2-40B4-BE49-F238E27FC236}">
                <a16:creationId xmlns:a16="http://schemas.microsoft.com/office/drawing/2014/main" id="{E98B0216-008A-42A0-A674-1B2E0DD9FE60}"/>
              </a:ext>
            </a:extLst>
          </p:cNvPr>
          <p:cNvSpPr>
            <a:spLocks xmlns:a="http://schemas.openxmlformats.org/drawingml/2006/main" noGrp="1"/>
          </p:cNvSpPr>
          <p:nvPr/>
        </p:nvSpPr>
        <p:spPr>
          <a:xfrm xmlns:a="http://schemas.openxmlformats.org/drawingml/2006/main">
            <a:off x="685800" y="57150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2646F"/>
                </a:solidFill>
                <a:latin typeface="맑은 고딕"/>
                <a:ea typeface="맑은 고딕"/>
                <a:cs typeface="맑은 고딕"/>
              </a:defRPr>
            </a:defPPr>
            <a:lvl1pPr algn="l">
              <a:defRPr sz="1875" b="0">
                <a:solidFill>
                  <a:srgbClr val="52646F"/>
                </a:solidFill>
                <a:latin typeface="맑은 고딕"/>
                <a:ea typeface="맑은 고딕"/>
                <a:cs typeface="맑은 고딕"/>
              </a:defRPr>
            </a:lvl1pPr>
            <a:lvl2pPr algn="l">
              <a:defRPr sz="1875" b="0">
                <a:solidFill>
                  <a:srgbClr val="52646F"/>
                </a:solidFill>
                <a:latin typeface="맑은 고딕"/>
                <a:ea typeface="맑은 고딕"/>
                <a:cs typeface="맑은 고딕"/>
              </a:defRPr>
            </a:lvl2pPr>
            <a:lvl3pPr algn="l">
              <a:defRPr sz="1875" b="0">
                <a:solidFill>
                  <a:srgbClr val="52646F"/>
                </a:solidFill>
                <a:latin typeface="맑은 고딕"/>
                <a:ea typeface="맑은 고딕"/>
                <a:cs typeface="맑은 고딕"/>
              </a:defRPr>
            </a:lvl3pPr>
            <a:lvl4pPr algn="l">
              <a:defRPr sz="1875" b="0">
                <a:solidFill>
                  <a:srgbClr val="52646F"/>
                </a:solidFill>
                <a:latin typeface="맑은 고딕"/>
                <a:ea typeface="맑은 고딕"/>
                <a:cs typeface="맑은 고딕"/>
              </a:defRPr>
            </a:lvl4pPr>
            <a:lvl5pPr algn="l">
              <a:defRPr sz="1875" b="0">
                <a:solidFill>
                  <a:srgbClr val="52646F"/>
                </a:solidFill>
                <a:latin typeface="맑은 고딕"/>
                <a:ea typeface="맑은 고딕"/>
                <a:cs typeface="맑은 고딕"/>
              </a:defRPr>
            </a:lvl5pPr>
            <a:lvl6pPr algn="l">
              <a:defRPr sz="1875" b="0">
                <a:solidFill>
                  <a:srgbClr val="52646F"/>
                </a:solidFill>
                <a:latin typeface="맑은 고딕"/>
                <a:ea typeface="맑은 고딕"/>
                <a:cs typeface="맑은 고딕"/>
              </a:defRPr>
            </a:lvl6pPr>
            <a:lvl7pPr algn="l">
              <a:defRPr sz="1875" b="0">
                <a:solidFill>
                  <a:srgbClr val="52646F"/>
                </a:solidFill>
                <a:latin typeface="맑은 고딕"/>
                <a:ea typeface="맑은 고딕"/>
                <a:cs typeface="맑은 고딕"/>
              </a:defRPr>
            </a:lvl7pPr>
            <a:lvl8pPr algn="l">
              <a:defRPr sz="1875" b="0">
                <a:solidFill>
                  <a:srgbClr val="52646F"/>
                </a:solidFill>
                <a:latin typeface="맑은 고딕"/>
                <a:ea typeface="맑은 고딕"/>
                <a:cs typeface="맑은 고딕"/>
              </a:defRPr>
            </a:lvl8pPr>
            <a:lvl9pPr algn="l">
              <a:defRPr sz="1875" b="0">
                <a:solidFill>
                  <a:srgbClr val="52646F"/>
                </a:solidFill>
                <a:latin typeface="맑은 고딕"/>
                <a:ea typeface="맑은 고딕"/>
                <a:cs typeface="맑은 고딕"/>
              </a:defRPr>
            </a:lvl9pPr>
          </a:lstStyle>
          <a:p xmlns:a="http://schemas.openxmlformats.org/drawingml/2006/main">
            <a:pPr algn="l">
              <a:defRPr sz="1875" b="0">
                <a:solidFill>
                  <a:srgbClr val="52646F"/>
                </a:solidFill>
                <a:latin typeface="맑은 고딕"/>
                <a:ea typeface="맑은 고딕"/>
                <a:cs typeface="맑은 고딕"/>
              </a:defRPr>
            </a:pPr>
            <a:r>
              <a:rPr sz="1875" b="0">
                <a:solidFill>
                  <a:srgbClr val="52646F"/>
                </a:solidFill>
                <a:latin typeface="맑은 고딕"/>
                <a:ea typeface="맑은 고딕"/>
                <a:cs typeface="맑은 고딕"/>
              </a:rPr>
              <a:t>신경망은 상수보다 확률 오차가 컸다. 독립 외부 검증이나 코칭 효과를 뜻하지 않는다</a:t>
            </a:r>
          </a:p>
        </p:txBody>
      </p:sp>
    </p:spTree>
    <p:extLst>
      <p:ext uri="{BB962C8B-B14F-4D97-AF65-F5344CB8AC3E}">
        <p14:creationId xmlns:p14="http://schemas.microsoft.com/office/powerpoint/2010/main" val="5376512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3C6AF46-9C49-40E8-A7C5-9C3D493192B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구현 검증과 실행 확인 범위</a:t>
            </a:r>
          </a:p>
        </p:txBody>
      </p:sp>
      <p:sp>
        <p:nvSpPr>
          <p:cNvPr id="3" name="">
            <a:extLst xmlns:a="http://schemas.openxmlformats.org/drawingml/2006/main">
              <a:ext uri="{FF2B5EF4-FFF2-40B4-BE49-F238E27FC236}">
                <a16:creationId xmlns:a16="http://schemas.microsoft.com/office/drawing/2014/main" id="{CE18350D-6E6D-49AA-9698-794A9FBCBDA7}"/>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16</a:t>
            </a:r>
          </a:p>
        </p:txBody>
      </p:sp>
      <p:graphicFrame>
        <p:nvGraphicFramePr>
          <p:cNvPr id="4" name="">
            <a:extLst xmlns:a="http://schemas.openxmlformats.org/drawingml/2006/main">
              <a:ext uri="{FF2B5EF4-FFF2-40B4-BE49-F238E27FC236}">
                <a16:creationId xmlns:a16="http://schemas.microsoft.com/office/drawing/2014/main" id="{2A8FED6F-C387-4A46-9335-027F7789EF9E}"/>
              </a:ext>
            </a:extLst>
          </p:cNvPr>
          <p:cNvGraphicFramePr/>
          <p:nvPr/>
        </p:nvGraphicFramePr>
        <p:xfrm>
          <a:off xmlns:a="http://schemas.openxmlformats.org/drawingml/2006/main" x="685800" y="1685925"/>
          <a:ext xmlns:a="http://schemas.openxmlformats.org/drawingml/2006/main" cx="10820400" cy="3590925"/>
        </p:xfrm>
        <a:graphic xmlns:a="http://schemas.openxmlformats.org/drawingml/2006/main">
          <a:graphicData uri="http://schemas.openxmlformats.org/drawingml/2006/table">
            <a:tbl>
              <a:tblPr/>
              <a:tblGrid>
                <a:gridCol w="7715250"/>
                <a:gridCol w="3105150"/>
              </a:tblGrid>
              <a:tr h="598488">
                <a:tc>
                  <a:txBody>
                    <a:bodyPr lIns="95250" tIns="95250" rIns="95250" bIns="95250"/>
                    <a:lstStyle/>
                    <a:p>
                      <a:pPr algn="l"/>
                      <a:r>
                        <a:rPr sz="1875" b="1">
                          <a:solidFill>
                            <a:srgbClr val="FFFFFF"/>
                          </a:solidFill>
                          <a:latin typeface="맑은 고딕"/>
                          <a:ea typeface="맑은 고딕"/>
                          <a:cs typeface="맑은 고딕"/>
                        </a:rPr>
                        <a:t>확인 범위</a:t>
                      </a:r>
                    </a:p>
                  </a:txBody>
                  <a:tcPr marL="91440" marR="91440" marT="45720" marB="45720" anchor="ctr">
                    <a:lnL w="9525">
                      <a:solidFill>
                        <a:srgbClr val="DCE4E5"/>
                      </a:solidFill>
                      <a:prstDash val="solid"/>
                    </a:lnL>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c>
                  <a:txBody>
                    <a:bodyPr lIns="95250" tIns="95250" rIns="95250" bIns="95250"/>
                    <a:lstStyle/>
                    <a:p>
                      <a:pPr algn="ctr"/>
                      <a:r>
                        <a:rPr sz="1875" b="1">
                          <a:solidFill>
                            <a:srgbClr val="FFFFFF"/>
                          </a:solidFill>
                          <a:latin typeface="맑은 고딕"/>
                          <a:ea typeface="맑은 고딕"/>
                          <a:cs typeface="맑은 고딕"/>
                        </a:rPr>
                        <a:t>상태</a:t>
                      </a:r>
                    </a:p>
                  </a:txBody>
                  <a:tcPr marL="91440" marR="91440" marT="45720" marB="45720" anchor="ctr">
                    <a:lnR w="9525">
                      <a:solidFill>
                        <a:srgbClr val="DCE4E5"/>
                      </a:solidFill>
                      <a:prstDash val="solid"/>
                    </a:lnR>
                    <a:lnT w="9525">
                      <a:solidFill>
                        <a:srgbClr val="DCE4E5"/>
                      </a:solidFill>
                      <a:prstDash val="solid"/>
                    </a:lnT>
                    <a:lnB w="9525">
                      <a:solidFill>
                        <a:srgbClr val="DCE4E5"/>
                      </a:solidFill>
                      <a:prstDash val="solid"/>
                    </a:lnB>
                    <a:solidFill>
                      <a:srgbClr val="132B3B"/>
                    </a:solidFill>
                  </a:tcPr>
                </a:tc>
              </a:tr>
              <a:tr h="598488">
                <a:tc>
                  <a:txBody>
                    <a:bodyPr lIns="95250" tIns="95250" rIns="95250" bIns="95250"/>
                    <a:lstStyle/>
                    <a:p>
                      <a:pPr algn="l"/>
                      <a:r>
                        <a:rPr sz="1875" b="0">
                          <a:solidFill>
                            <a:srgbClr val="223743"/>
                          </a:solidFill>
                          <a:latin typeface="맑은 고딕"/>
                          <a:ea typeface="맑은 고딕"/>
                          <a:cs typeface="맑은 고딕"/>
                        </a:rPr>
                        <a:t>저장 신경망과 원래 실험의 해시 보존</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875" b="0">
                          <a:solidFill>
                            <a:srgbClr val="223743"/>
                          </a:solidFill>
                          <a:latin typeface="맑은 고딕"/>
                          <a:ea typeface="맑은 고딕"/>
                          <a:cs typeface="맑은 고딕"/>
                        </a:rPr>
                        <a:t>확인</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r h="598488">
                <a:tc>
                  <a:txBody>
                    <a:bodyPr lIns="95250" tIns="95250" rIns="95250" bIns="95250"/>
                    <a:lstStyle/>
                    <a:p>
                      <a:pPr algn="l"/>
                      <a:r>
                        <a:rPr sz="1875" b="0">
                          <a:solidFill>
                            <a:srgbClr val="223743"/>
                          </a:solidFill>
                          <a:latin typeface="맑은 고딕"/>
                          <a:ea typeface="맑은 고딕"/>
                          <a:cs typeface="맑은 고딕"/>
                        </a:rPr>
                        <a:t>백엔드 276개와 하위 검사 6개</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875" b="0">
                          <a:solidFill>
                            <a:srgbClr val="223743"/>
                          </a:solidFill>
                          <a:latin typeface="맑은 고딕"/>
                          <a:ea typeface="맑은 고딕"/>
                          <a:cs typeface="맑은 고딕"/>
                        </a:rPr>
                        <a:t>통과(32.90초)</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r h="598488">
                <a:tc>
                  <a:txBody>
                    <a:bodyPr lIns="95250" tIns="95250" rIns="95250" bIns="95250"/>
                    <a:lstStyle/>
                    <a:p>
                      <a:pPr algn="l"/>
                      <a:r>
                        <a:rPr sz="1875" b="0">
                          <a:solidFill>
                            <a:srgbClr val="223743"/>
                          </a:solidFill>
                          <a:latin typeface="맑은 고딕"/>
                          <a:ea typeface="맑은 고딕"/>
                          <a:cs typeface="맑은 고딕"/>
                        </a:rPr>
                        <a:t>프런트엔드 41개·TypeScript·Vite</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875" b="0">
                          <a:solidFill>
                            <a:srgbClr val="223743"/>
                          </a:solidFill>
                          <a:latin typeface="맑은 고딕"/>
                          <a:ea typeface="맑은 고딕"/>
                          <a:cs typeface="맑은 고딕"/>
                        </a:rPr>
                        <a:t>통과</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r h="598488">
                <a:tc>
                  <a:txBody>
                    <a:bodyPr lIns="95250" tIns="95250" rIns="95250" bIns="95250"/>
                    <a:lstStyle/>
                    <a:p>
                      <a:pPr algn="l"/>
                      <a:r>
                        <a:rPr sz="1875" b="0">
                          <a:solidFill>
                            <a:srgbClr val="223743"/>
                          </a:solidFill>
                          <a:latin typeface="맑은 고딕"/>
                          <a:ea typeface="맑은 고딕"/>
                          <a:cs typeface="맑은 고딕"/>
                        </a:rPr>
                        <a:t>실제 수집·구매·스킬·랭크·연습 API</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875" b="0">
                          <a:solidFill>
                            <a:srgbClr val="223743"/>
                          </a:solidFill>
                          <a:latin typeface="맑은 고딕"/>
                          <a:ea typeface="맑은 고딕"/>
                          <a:cs typeface="맑은 고딕"/>
                        </a:rPr>
                        <a:t>확인</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r h="598488">
                <a:tc>
                  <a:txBody>
                    <a:bodyPr lIns="95250" tIns="95250" rIns="95250" bIns="95250"/>
                    <a:lstStyle/>
                    <a:p>
                      <a:pPr algn="l"/>
                      <a:r>
                        <a:rPr sz="1875" b="0">
                          <a:solidFill>
                            <a:srgbClr val="223743"/>
                          </a:solidFill>
                          <a:latin typeface="맑은 고딕"/>
                          <a:ea typeface="맑은 고딕"/>
                          <a:cs typeface="맑은 고딕"/>
                        </a:rPr>
                        <a:t>별도 35경기 고정 모형 점검</a:t>
                      </a:r>
                    </a:p>
                  </a:txBody>
                  <a:tcPr marL="91440" marR="91440" marT="45720" marB="45720" anchor="ctr">
                    <a:lnL w="9525">
                      <a:solidFill>
                        <a:srgbClr val="DCE4E5"/>
                      </a:solidFill>
                      <a:prstDash val="solid"/>
                    </a:lnL>
                    <a:lnR w="9525">
                      <a:solidFill>
                        <a:srgbClr val="DCE4E5"/>
                      </a:solidFill>
                      <a:prstDash val="solid"/>
                    </a:lnR>
                    <a:lnB w="9525">
                      <a:solidFill>
                        <a:srgbClr val="DCE4E5"/>
                      </a:solidFill>
                      <a:prstDash val="solid"/>
                    </a:lnB>
                    <a:solidFill>
                      <a:srgbClr val="FFFFFF"/>
                    </a:solidFill>
                  </a:tcPr>
                </a:tc>
                <a:tc>
                  <a:txBody>
                    <a:bodyPr lIns="95250" tIns="95250" rIns="95250" bIns="95250"/>
                    <a:lstStyle/>
                    <a:p>
                      <a:pPr algn="ctr"/>
                      <a:r>
                        <a:rPr sz="1875" b="0">
                          <a:solidFill>
                            <a:srgbClr val="223743"/>
                          </a:solidFill>
                          <a:latin typeface="맑은 고딕"/>
                          <a:ea typeface="맑은 고딕"/>
                          <a:cs typeface="맑은 고딕"/>
                        </a:rPr>
                        <a:t>산출·한계 기록</a:t>
                      </a:r>
                    </a:p>
                  </a:txBody>
                  <a:tcPr marL="91440" marR="91440" marT="45720" marB="45720" anchor="ctr">
                    <a:lnR w="9525">
                      <a:solidFill>
                        <a:srgbClr val="DCE4E5"/>
                      </a:solidFill>
                      <a:prstDash val="solid"/>
                    </a:lnR>
                    <a:lnB w="9525">
                      <a:solidFill>
                        <a:srgbClr val="DCE4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86203EA-2870-4406-A6B2-8A462B96A807}"/>
              </a:ext>
            </a:extLst>
          </p:cNvPr>
          <p:cNvSpPr>
            <a:spLocks xmlns:a="http://schemas.openxmlformats.org/drawingml/2006/main" noGrp="1"/>
          </p:cNvSpPr>
          <p:nvPr/>
        </p:nvSpPr>
        <p:spPr>
          <a:xfrm xmlns:a="http://schemas.openxmlformats.org/drawingml/2006/main">
            <a:off x="685800" y="5829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5C6D75"/>
                </a:solidFill>
                <a:latin typeface="맑은 고딕"/>
                <a:ea typeface="맑은 고딕"/>
                <a:cs typeface="맑은 고딕"/>
              </a:defRPr>
            </a:defPPr>
            <a:lvl1pPr algn="l">
              <a:defRPr sz="1950" b="0">
                <a:solidFill>
                  <a:srgbClr val="5C6D75"/>
                </a:solidFill>
                <a:latin typeface="맑은 고딕"/>
                <a:ea typeface="맑은 고딕"/>
                <a:cs typeface="맑은 고딕"/>
              </a:defRPr>
            </a:lvl1pPr>
            <a:lvl2pPr algn="l">
              <a:defRPr sz="1950" b="0">
                <a:solidFill>
                  <a:srgbClr val="5C6D75"/>
                </a:solidFill>
                <a:latin typeface="맑은 고딕"/>
                <a:ea typeface="맑은 고딕"/>
                <a:cs typeface="맑은 고딕"/>
              </a:defRPr>
            </a:lvl2pPr>
            <a:lvl3pPr algn="l">
              <a:defRPr sz="1950" b="0">
                <a:solidFill>
                  <a:srgbClr val="5C6D75"/>
                </a:solidFill>
                <a:latin typeface="맑은 고딕"/>
                <a:ea typeface="맑은 고딕"/>
                <a:cs typeface="맑은 고딕"/>
              </a:defRPr>
            </a:lvl3pPr>
            <a:lvl4pPr algn="l">
              <a:defRPr sz="1950" b="0">
                <a:solidFill>
                  <a:srgbClr val="5C6D75"/>
                </a:solidFill>
                <a:latin typeface="맑은 고딕"/>
                <a:ea typeface="맑은 고딕"/>
                <a:cs typeface="맑은 고딕"/>
              </a:defRPr>
            </a:lvl4pPr>
            <a:lvl5pPr algn="l">
              <a:defRPr sz="1950" b="0">
                <a:solidFill>
                  <a:srgbClr val="5C6D75"/>
                </a:solidFill>
                <a:latin typeface="맑은 고딕"/>
                <a:ea typeface="맑은 고딕"/>
                <a:cs typeface="맑은 고딕"/>
              </a:defRPr>
            </a:lvl5pPr>
            <a:lvl6pPr algn="l">
              <a:defRPr sz="1950" b="0">
                <a:solidFill>
                  <a:srgbClr val="5C6D75"/>
                </a:solidFill>
                <a:latin typeface="맑은 고딕"/>
                <a:ea typeface="맑은 고딕"/>
                <a:cs typeface="맑은 고딕"/>
              </a:defRPr>
            </a:lvl6pPr>
            <a:lvl7pPr algn="l">
              <a:defRPr sz="1950" b="0">
                <a:solidFill>
                  <a:srgbClr val="5C6D75"/>
                </a:solidFill>
                <a:latin typeface="맑은 고딕"/>
                <a:ea typeface="맑은 고딕"/>
                <a:cs typeface="맑은 고딕"/>
              </a:defRPr>
            </a:lvl7pPr>
            <a:lvl8pPr algn="l">
              <a:defRPr sz="1950" b="0">
                <a:solidFill>
                  <a:srgbClr val="5C6D75"/>
                </a:solidFill>
                <a:latin typeface="맑은 고딕"/>
                <a:ea typeface="맑은 고딕"/>
                <a:cs typeface="맑은 고딕"/>
              </a:defRPr>
            </a:lvl8pPr>
            <a:lvl9pPr algn="l">
              <a:defRPr sz="1950" b="0">
                <a:solidFill>
                  <a:srgbClr val="5C6D75"/>
                </a:solidFill>
                <a:latin typeface="맑은 고딕"/>
                <a:ea typeface="맑은 고딕"/>
                <a:cs typeface="맑은 고딕"/>
              </a:defRPr>
            </a:lvl9pPr>
          </a:lstStyle>
          <a:p xmlns:a="http://schemas.openxmlformats.org/drawingml/2006/main">
            <a:pPr algn="l">
              <a:defRPr sz="1950" b="0">
                <a:solidFill>
                  <a:srgbClr val="5C6D75"/>
                </a:solidFill>
                <a:latin typeface="맑은 고딕"/>
                <a:ea typeface="맑은 고딕"/>
                <a:cs typeface="맑은 고딕"/>
              </a:defRPr>
            </a:pPr>
            <a:r>
              <a:rPr sz="1950" b="0">
                <a:solidFill>
                  <a:srgbClr val="5C6D75"/>
                </a:solidFill>
                <a:latin typeface="맑은 고딕"/>
                <a:ea typeface="맑은 고딕"/>
                <a:cs typeface="맑은 고딕"/>
              </a:rPr>
              <a:t>기능 검증과 새로운 경기에서의 예측 성능 평가는 서로 다른 근거다</a:t>
            </a:r>
          </a:p>
        </p:txBody>
      </p:sp>
    </p:spTree>
    <p:extLst>
      <p:ext uri="{BB962C8B-B14F-4D97-AF65-F5344CB8AC3E}">
        <p14:creationId xmlns:p14="http://schemas.microsoft.com/office/powerpoint/2010/main" val="186460506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976DC08-8C90-486F-A202-F5371EE2E3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결론과 후속 과제</a:t>
            </a:r>
          </a:p>
        </p:txBody>
      </p:sp>
      <p:sp>
        <p:nvSpPr>
          <p:cNvPr id="3" name="">
            <a:extLst xmlns:a="http://schemas.openxmlformats.org/drawingml/2006/main">
              <a:ext uri="{FF2B5EF4-FFF2-40B4-BE49-F238E27FC236}">
                <a16:creationId xmlns:a16="http://schemas.microsoft.com/office/drawing/2014/main" id="{6CC36657-9035-442B-ABED-030C59B25023}"/>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17</a:t>
            </a:r>
          </a:p>
        </p:txBody>
      </p:sp>
      <p:sp>
        <p:nvSpPr>
          <p:cNvPr id="4" name="">
            <a:extLst xmlns:a="http://schemas.openxmlformats.org/drawingml/2006/main">
              <a:ext uri="{FF2B5EF4-FFF2-40B4-BE49-F238E27FC236}">
                <a16:creationId xmlns:a16="http://schemas.microsoft.com/office/drawing/2014/main" id="{08627405-80A7-4B68-B1B5-8694204DCE32}"/>
              </a:ext>
            </a:extLst>
          </p:cNvPr>
          <p:cNvSpPr>
            <a:spLocks xmlns:a="http://schemas.openxmlformats.org/drawingml/2006/main" noGrp="1"/>
          </p:cNvSpPr>
          <p:nvPr/>
        </p:nvSpPr>
        <p:spPr>
          <a:xfrm xmlns:a="http://schemas.openxmlformats.org/drawingml/2006/main">
            <a:off x="666750" y="167640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17A72"/>
                </a:solidFill>
                <a:latin typeface="맑은 고딕"/>
                <a:ea typeface="맑은 고딕"/>
                <a:cs typeface="맑은 고딕"/>
              </a:defRPr>
            </a:defPPr>
            <a:lvl1pPr algn="l">
              <a:defRPr sz="2175" b="1">
                <a:solidFill>
                  <a:srgbClr val="117A72"/>
                </a:solidFill>
                <a:latin typeface="맑은 고딕"/>
                <a:ea typeface="맑은 고딕"/>
                <a:cs typeface="맑은 고딕"/>
              </a:defRPr>
            </a:lvl1pPr>
            <a:lvl2pPr algn="l">
              <a:defRPr sz="2175" b="1">
                <a:solidFill>
                  <a:srgbClr val="117A72"/>
                </a:solidFill>
                <a:latin typeface="맑은 고딕"/>
                <a:ea typeface="맑은 고딕"/>
                <a:cs typeface="맑은 고딕"/>
              </a:defRPr>
            </a:lvl2pPr>
            <a:lvl3pPr algn="l">
              <a:defRPr sz="2175" b="1">
                <a:solidFill>
                  <a:srgbClr val="117A72"/>
                </a:solidFill>
                <a:latin typeface="맑은 고딕"/>
                <a:ea typeface="맑은 고딕"/>
                <a:cs typeface="맑은 고딕"/>
              </a:defRPr>
            </a:lvl3pPr>
            <a:lvl4pPr algn="l">
              <a:defRPr sz="2175" b="1">
                <a:solidFill>
                  <a:srgbClr val="117A72"/>
                </a:solidFill>
                <a:latin typeface="맑은 고딕"/>
                <a:ea typeface="맑은 고딕"/>
                <a:cs typeface="맑은 고딕"/>
              </a:defRPr>
            </a:lvl4pPr>
            <a:lvl5pPr algn="l">
              <a:defRPr sz="2175" b="1">
                <a:solidFill>
                  <a:srgbClr val="117A72"/>
                </a:solidFill>
                <a:latin typeface="맑은 고딕"/>
                <a:ea typeface="맑은 고딕"/>
                <a:cs typeface="맑은 고딕"/>
              </a:defRPr>
            </a:lvl5pPr>
            <a:lvl6pPr algn="l">
              <a:defRPr sz="2175" b="1">
                <a:solidFill>
                  <a:srgbClr val="117A72"/>
                </a:solidFill>
                <a:latin typeface="맑은 고딕"/>
                <a:ea typeface="맑은 고딕"/>
                <a:cs typeface="맑은 고딕"/>
              </a:defRPr>
            </a:lvl6pPr>
            <a:lvl7pPr algn="l">
              <a:defRPr sz="2175" b="1">
                <a:solidFill>
                  <a:srgbClr val="117A72"/>
                </a:solidFill>
                <a:latin typeface="맑은 고딕"/>
                <a:ea typeface="맑은 고딕"/>
                <a:cs typeface="맑은 고딕"/>
              </a:defRPr>
            </a:lvl7pPr>
            <a:lvl8pPr algn="l">
              <a:defRPr sz="2175" b="1">
                <a:solidFill>
                  <a:srgbClr val="117A72"/>
                </a:solidFill>
                <a:latin typeface="맑은 고딕"/>
                <a:ea typeface="맑은 고딕"/>
                <a:cs typeface="맑은 고딕"/>
              </a:defRPr>
            </a:lvl8pPr>
            <a:lvl9pPr algn="l">
              <a:defRPr sz="2175" b="1">
                <a:solidFill>
                  <a:srgbClr val="117A72"/>
                </a:solidFill>
                <a:latin typeface="맑은 고딕"/>
                <a:ea typeface="맑은 고딕"/>
                <a:cs typeface="맑은 고딕"/>
              </a:defRPr>
            </a:lvl9pPr>
          </a:lstStyle>
          <a:p xmlns:a="http://schemas.openxmlformats.org/drawingml/2006/main">
            <a:pPr algn="l">
              <a:defRPr sz="2175" b="1">
                <a:solidFill>
                  <a:srgbClr val="117A72"/>
                </a:solidFill>
                <a:latin typeface="맑은 고딕"/>
                <a:ea typeface="맑은 고딕"/>
                <a:cs typeface="맑은 고딕"/>
              </a:defRPr>
            </a:pPr>
            <a:r>
              <a:rPr sz="2175" b="1">
                <a:solidFill>
                  <a:srgbClr val="117A72"/>
                </a:solidFill>
                <a:latin typeface="맑은 고딕"/>
                <a:ea typeface="맑은 고딕"/>
                <a:cs typeface="맑은 고딕"/>
              </a:rPr>
              <a:t>구현 결과</a:t>
            </a:r>
          </a:p>
        </p:txBody>
      </p:sp>
      <p:sp>
        <p:nvSpPr>
          <p:cNvPr id="5" name="">
            <a:extLst xmlns:a="http://schemas.openxmlformats.org/drawingml/2006/main">
              <a:ext uri="{FF2B5EF4-FFF2-40B4-BE49-F238E27FC236}">
                <a16:creationId xmlns:a16="http://schemas.microsoft.com/office/drawing/2014/main" id="{085C5480-6CB6-4C35-87BD-D919189B4453}"/>
              </a:ext>
            </a:extLst>
          </p:cNvPr>
          <p:cNvSpPr>
            <a:spLocks xmlns:a="http://schemas.openxmlformats.org/drawingml/2006/main" noGrp="1"/>
          </p:cNvSpPr>
          <p:nvPr/>
        </p:nvSpPr>
        <p:spPr>
          <a:xfrm xmlns:a="http://schemas.openxmlformats.org/drawingml/2006/main">
            <a:off x="3238500" y="1676400"/>
            <a:ext cx="828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23743"/>
                </a:solidFill>
                <a:latin typeface="맑은 고딕"/>
                <a:ea typeface="맑은 고딕"/>
                <a:cs typeface="맑은 고딕"/>
              </a:defRPr>
            </a:defPPr>
            <a:lvl1pPr algn="l">
              <a:defRPr sz="2175" b="0">
                <a:solidFill>
                  <a:srgbClr val="223743"/>
                </a:solidFill>
                <a:latin typeface="맑은 고딕"/>
                <a:ea typeface="맑은 고딕"/>
                <a:cs typeface="맑은 고딕"/>
              </a:defRPr>
            </a:lvl1pPr>
            <a:lvl2pPr algn="l">
              <a:defRPr sz="2175" b="0">
                <a:solidFill>
                  <a:srgbClr val="223743"/>
                </a:solidFill>
                <a:latin typeface="맑은 고딕"/>
                <a:ea typeface="맑은 고딕"/>
                <a:cs typeface="맑은 고딕"/>
              </a:defRPr>
            </a:lvl2pPr>
            <a:lvl3pPr algn="l">
              <a:defRPr sz="2175" b="0">
                <a:solidFill>
                  <a:srgbClr val="223743"/>
                </a:solidFill>
                <a:latin typeface="맑은 고딕"/>
                <a:ea typeface="맑은 고딕"/>
                <a:cs typeface="맑은 고딕"/>
              </a:defRPr>
            </a:lvl3pPr>
            <a:lvl4pPr algn="l">
              <a:defRPr sz="2175" b="0">
                <a:solidFill>
                  <a:srgbClr val="223743"/>
                </a:solidFill>
                <a:latin typeface="맑은 고딕"/>
                <a:ea typeface="맑은 고딕"/>
                <a:cs typeface="맑은 고딕"/>
              </a:defRPr>
            </a:lvl4pPr>
            <a:lvl5pPr algn="l">
              <a:defRPr sz="2175" b="0">
                <a:solidFill>
                  <a:srgbClr val="223743"/>
                </a:solidFill>
                <a:latin typeface="맑은 고딕"/>
                <a:ea typeface="맑은 고딕"/>
                <a:cs typeface="맑은 고딕"/>
              </a:defRPr>
            </a:lvl5pPr>
            <a:lvl6pPr algn="l">
              <a:defRPr sz="2175" b="0">
                <a:solidFill>
                  <a:srgbClr val="223743"/>
                </a:solidFill>
                <a:latin typeface="맑은 고딕"/>
                <a:ea typeface="맑은 고딕"/>
                <a:cs typeface="맑은 고딕"/>
              </a:defRPr>
            </a:lvl6pPr>
            <a:lvl7pPr algn="l">
              <a:defRPr sz="2175" b="0">
                <a:solidFill>
                  <a:srgbClr val="223743"/>
                </a:solidFill>
                <a:latin typeface="맑은 고딕"/>
                <a:ea typeface="맑은 고딕"/>
                <a:cs typeface="맑은 고딕"/>
              </a:defRPr>
            </a:lvl7pPr>
            <a:lvl8pPr algn="l">
              <a:defRPr sz="2175" b="0">
                <a:solidFill>
                  <a:srgbClr val="223743"/>
                </a:solidFill>
                <a:latin typeface="맑은 고딕"/>
                <a:ea typeface="맑은 고딕"/>
                <a:cs typeface="맑은 고딕"/>
              </a:defRPr>
            </a:lvl8pPr>
            <a:lvl9pPr algn="l">
              <a:defRPr sz="2175" b="0">
                <a:solidFill>
                  <a:srgbClr val="223743"/>
                </a:solidFill>
                <a:latin typeface="맑은 고딕"/>
                <a:ea typeface="맑은 고딕"/>
                <a:cs typeface="맑은 고딕"/>
              </a:defRPr>
            </a:lvl9pPr>
          </a:lstStyle>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자체 분석·구매 이력·복기·연습·신경망 추론을 연결했다</a:t>
            </a:r>
          </a:p>
        </p:txBody>
      </p:sp>
      <p:sp>
        <p:nvSpPr>
          <p:cNvPr id="6" name="">
            <a:extLst xmlns:a="http://schemas.openxmlformats.org/drawingml/2006/main">
              <a:ext uri="{FF2B5EF4-FFF2-40B4-BE49-F238E27FC236}">
                <a16:creationId xmlns:a16="http://schemas.microsoft.com/office/drawing/2014/main" id="{B9599F67-E561-44EB-B044-A3C35C1265A9}"/>
              </a:ext>
            </a:extLst>
          </p:cNvPr>
          <p:cNvSpPr>
            <a:spLocks xmlns:a="http://schemas.openxmlformats.org/drawingml/2006/main" noGrp="1"/>
          </p:cNvSpPr>
          <p:nvPr/>
        </p:nvSpPr>
        <p:spPr>
          <a:xfrm xmlns:a="http://schemas.openxmlformats.org/drawingml/2006/main">
            <a:off x="666750" y="2905125"/>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17A72"/>
                </a:solidFill>
                <a:latin typeface="맑은 고딕"/>
                <a:ea typeface="맑은 고딕"/>
                <a:cs typeface="맑은 고딕"/>
              </a:defRPr>
            </a:defPPr>
            <a:lvl1pPr algn="l">
              <a:defRPr sz="2175" b="1">
                <a:solidFill>
                  <a:srgbClr val="117A72"/>
                </a:solidFill>
                <a:latin typeface="맑은 고딕"/>
                <a:ea typeface="맑은 고딕"/>
                <a:cs typeface="맑은 고딕"/>
              </a:defRPr>
            </a:lvl1pPr>
            <a:lvl2pPr algn="l">
              <a:defRPr sz="2175" b="1">
                <a:solidFill>
                  <a:srgbClr val="117A72"/>
                </a:solidFill>
                <a:latin typeface="맑은 고딕"/>
                <a:ea typeface="맑은 고딕"/>
                <a:cs typeface="맑은 고딕"/>
              </a:defRPr>
            </a:lvl2pPr>
            <a:lvl3pPr algn="l">
              <a:defRPr sz="2175" b="1">
                <a:solidFill>
                  <a:srgbClr val="117A72"/>
                </a:solidFill>
                <a:latin typeface="맑은 고딕"/>
                <a:ea typeface="맑은 고딕"/>
                <a:cs typeface="맑은 고딕"/>
              </a:defRPr>
            </a:lvl3pPr>
            <a:lvl4pPr algn="l">
              <a:defRPr sz="2175" b="1">
                <a:solidFill>
                  <a:srgbClr val="117A72"/>
                </a:solidFill>
                <a:latin typeface="맑은 고딕"/>
                <a:ea typeface="맑은 고딕"/>
                <a:cs typeface="맑은 고딕"/>
              </a:defRPr>
            </a:lvl4pPr>
            <a:lvl5pPr algn="l">
              <a:defRPr sz="2175" b="1">
                <a:solidFill>
                  <a:srgbClr val="117A72"/>
                </a:solidFill>
                <a:latin typeface="맑은 고딕"/>
                <a:ea typeface="맑은 고딕"/>
                <a:cs typeface="맑은 고딕"/>
              </a:defRPr>
            </a:lvl5pPr>
            <a:lvl6pPr algn="l">
              <a:defRPr sz="2175" b="1">
                <a:solidFill>
                  <a:srgbClr val="117A72"/>
                </a:solidFill>
                <a:latin typeface="맑은 고딕"/>
                <a:ea typeface="맑은 고딕"/>
                <a:cs typeface="맑은 고딕"/>
              </a:defRPr>
            </a:lvl6pPr>
            <a:lvl7pPr algn="l">
              <a:defRPr sz="2175" b="1">
                <a:solidFill>
                  <a:srgbClr val="117A72"/>
                </a:solidFill>
                <a:latin typeface="맑은 고딕"/>
                <a:ea typeface="맑은 고딕"/>
                <a:cs typeface="맑은 고딕"/>
              </a:defRPr>
            </a:lvl7pPr>
            <a:lvl8pPr algn="l">
              <a:defRPr sz="2175" b="1">
                <a:solidFill>
                  <a:srgbClr val="117A72"/>
                </a:solidFill>
                <a:latin typeface="맑은 고딕"/>
                <a:ea typeface="맑은 고딕"/>
                <a:cs typeface="맑은 고딕"/>
              </a:defRPr>
            </a:lvl8pPr>
            <a:lvl9pPr algn="l">
              <a:defRPr sz="2175" b="1">
                <a:solidFill>
                  <a:srgbClr val="117A72"/>
                </a:solidFill>
                <a:latin typeface="맑은 고딕"/>
                <a:ea typeface="맑은 고딕"/>
                <a:cs typeface="맑은 고딕"/>
              </a:defRPr>
            </a:lvl9pPr>
          </a:lstStyle>
          <a:p xmlns:a="http://schemas.openxmlformats.org/drawingml/2006/main">
            <a:pPr algn="l">
              <a:defRPr sz="2175" b="1">
                <a:solidFill>
                  <a:srgbClr val="117A72"/>
                </a:solidFill>
                <a:latin typeface="맑은 고딕"/>
                <a:ea typeface="맑은 고딕"/>
                <a:cs typeface="맑은 고딕"/>
              </a:defRPr>
            </a:pPr>
            <a:r>
              <a:rPr sz="2175" b="1">
                <a:solidFill>
                  <a:srgbClr val="117A72"/>
                </a:solidFill>
                <a:latin typeface="맑은 고딕"/>
                <a:ea typeface="맑은 고딕"/>
                <a:cs typeface="맑은 고딕"/>
              </a:rPr>
              <a:t>실험 결론</a:t>
            </a:r>
          </a:p>
        </p:txBody>
      </p:sp>
      <p:sp>
        <p:nvSpPr>
          <p:cNvPr id="7" name="">
            <a:extLst xmlns:a="http://schemas.openxmlformats.org/drawingml/2006/main">
              <a:ext uri="{FF2B5EF4-FFF2-40B4-BE49-F238E27FC236}">
                <a16:creationId xmlns:a16="http://schemas.microsoft.com/office/drawing/2014/main" id="{A7043728-42CF-43D3-AAA6-025306D4EC12}"/>
              </a:ext>
            </a:extLst>
          </p:cNvPr>
          <p:cNvSpPr>
            <a:spLocks xmlns:a="http://schemas.openxmlformats.org/drawingml/2006/main" noGrp="1"/>
          </p:cNvSpPr>
          <p:nvPr/>
        </p:nvSpPr>
        <p:spPr>
          <a:xfrm xmlns:a="http://schemas.openxmlformats.org/drawingml/2006/main">
            <a:off x="3238500" y="2905125"/>
            <a:ext cx="828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23743"/>
                </a:solidFill>
                <a:latin typeface="맑은 고딕"/>
                <a:ea typeface="맑은 고딕"/>
                <a:cs typeface="맑은 고딕"/>
              </a:defRPr>
            </a:defPPr>
            <a:lvl1pPr algn="l">
              <a:defRPr sz="2175" b="0">
                <a:solidFill>
                  <a:srgbClr val="223743"/>
                </a:solidFill>
                <a:latin typeface="맑은 고딕"/>
                <a:ea typeface="맑은 고딕"/>
                <a:cs typeface="맑은 고딕"/>
              </a:defRPr>
            </a:lvl1pPr>
            <a:lvl2pPr algn="l">
              <a:defRPr sz="2175" b="0">
                <a:solidFill>
                  <a:srgbClr val="223743"/>
                </a:solidFill>
                <a:latin typeface="맑은 고딕"/>
                <a:ea typeface="맑은 고딕"/>
                <a:cs typeface="맑은 고딕"/>
              </a:defRPr>
            </a:lvl2pPr>
            <a:lvl3pPr algn="l">
              <a:defRPr sz="2175" b="0">
                <a:solidFill>
                  <a:srgbClr val="223743"/>
                </a:solidFill>
                <a:latin typeface="맑은 고딕"/>
                <a:ea typeface="맑은 고딕"/>
                <a:cs typeface="맑은 고딕"/>
              </a:defRPr>
            </a:lvl3pPr>
            <a:lvl4pPr algn="l">
              <a:defRPr sz="2175" b="0">
                <a:solidFill>
                  <a:srgbClr val="223743"/>
                </a:solidFill>
                <a:latin typeface="맑은 고딕"/>
                <a:ea typeface="맑은 고딕"/>
                <a:cs typeface="맑은 고딕"/>
              </a:defRPr>
            </a:lvl4pPr>
            <a:lvl5pPr algn="l">
              <a:defRPr sz="2175" b="0">
                <a:solidFill>
                  <a:srgbClr val="223743"/>
                </a:solidFill>
                <a:latin typeface="맑은 고딕"/>
                <a:ea typeface="맑은 고딕"/>
                <a:cs typeface="맑은 고딕"/>
              </a:defRPr>
            </a:lvl5pPr>
            <a:lvl6pPr algn="l">
              <a:defRPr sz="2175" b="0">
                <a:solidFill>
                  <a:srgbClr val="223743"/>
                </a:solidFill>
                <a:latin typeface="맑은 고딕"/>
                <a:ea typeface="맑은 고딕"/>
                <a:cs typeface="맑은 고딕"/>
              </a:defRPr>
            </a:lvl6pPr>
            <a:lvl7pPr algn="l">
              <a:defRPr sz="2175" b="0">
                <a:solidFill>
                  <a:srgbClr val="223743"/>
                </a:solidFill>
                <a:latin typeface="맑은 고딕"/>
                <a:ea typeface="맑은 고딕"/>
                <a:cs typeface="맑은 고딕"/>
              </a:defRPr>
            </a:lvl7pPr>
            <a:lvl8pPr algn="l">
              <a:defRPr sz="2175" b="0">
                <a:solidFill>
                  <a:srgbClr val="223743"/>
                </a:solidFill>
                <a:latin typeface="맑은 고딕"/>
                <a:ea typeface="맑은 고딕"/>
                <a:cs typeface="맑은 고딕"/>
              </a:defRPr>
            </a:lvl8pPr>
            <a:lvl9pPr algn="l">
              <a:defRPr sz="2175" b="0">
                <a:solidFill>
                  <a:srgbClr val="223743"/>
                </a:solidFill>
                <a:latin typeface="맑은 고딕"/>
                <a:ea typeface="맑은 고딕"/>
                <a:cs typeface="맑은 고딕"/>
              </a:defRPr>
            </a:lvl9pPr>
          </a:lstStyle>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두 표본 모두에서 신경망의 예측 우수성은 입증하지 못했다</a:t>
            </a:r>
          </a:p>
        </p:txBody>
      </p:sp>
      <p:sp>
        <p:nvSpPr>
          <p:cNvPr id="8" name="">
            <a:extLst xmlns:a="http://schemas.openxmlformats.org/drawingml/2006/main">
              <a:ext uri="{FF2B5EF4-FFF2-40B4-BE49-F238E27FC236}">
                <a16:creationId xmlns:a16="http://schemas.microsoft.com/office/drawing/2014/main" id="{BA3B68E9-3CEE-45F3-BE0C-2259ECF3BFEF}"/>
              </a:ext>
            </a:extLst>
          </p:cNvPr>
          <p:cNvSpPr>
            <a:spLocks xmlns:a="http://schemas.openxmlformats.org/drawingml/2006/main" noGrp="1"/>
          </p:cNvSpPr>
          <p:nvPr/>
        </p:nvSpPr>
        <p:spPr>
          <a:xfrm xmlns:a="http://schemas.openxmlformats.org/drawingml/2006/main">
            <a:off x="666750" y="41338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17A72"/>
                </a:solidFill>
                <a:latin typeface="맑은 고딕"/>
                <a:ea typeface="맑은 고딕"/>
                <a:cs typeface="맑은 고딕"/>
              </a:defRPr>
            </a:defPPr>
            <a:lvl1pPr algn="l">
              <a:defRPr sz="2175" b="1">
                <a:solidFill>
                  <a:srgbClr val="117A72"/>
                </a:solidFill>
                <a:latin typeface="맑은 고딕"/>
                <a:ea typeface="맑은 고딕"/>
                <a:cs typeface="맑은 고딕"/>
              </a:defRPr>
            </a:lvl1pPr>
            <a:lvl2pPr algn="l">
              <a:defRPr sz="2175" b="1">
                <a:solidFill>
                  <a:srgbClr val="117A72"/>
                </a:solidFill>
                <a:latin typeface="맑은 고딕"/>
                <a:ea typeface="맑은 고딕"/>
                <a:cs typeface="맑은 고딕"/>
              </a:defRPr>
            </a:lvl2pPr>
            <a:lvl3pPr algn="l">
              <a:defRPr sz="2175" b="1">
                <a:solidFill>
                  <a:srgbClr val="117A72"/>
                </a:solidFill>
                <a:latin typeface="맑은 고딕"/>
                <a:ea typeface="맑은 고딕"/>
                <a:cs typeface="맑은 고딕"/>
              </a:defRPr>
            </a:lvl3pPr>
            <a:lvl4pPr algn="l">
              <a:defRPr sz="2175" b="1">
                <a:solidFill>
                  <a:srgbClr val="117A72"/>
                </a:solidFill>
                <a:latin typeface="맑은 고딕"/>
                <a:ea typeface="맑은 고딕"/>
                <a:cs typeface="맑은 고딕"/>
              </a:defRPr>
            </a:lvl4pPr>
            <a:lvl5pPr algn="l">
              <a:defRPr sz="2175" b="1">
                <a:solidFill>
                  <a:srgbClr val="117A72"/>
                </a:solidFill>
                <a:latin typeface="맑은 고딕"/>
                <a:ea typeface="맑은 고딕"/>
                <a:cs typeface="맑은 고딕"/>
              </a:defRPr>
            </a:lvl5pPr>
            <a:lvl6pPr algn="l">
              <a:defRPr sz="2175" b="1">
                <a:solidFill>
                  <a:srgbClr val="117A72"/>
                </a:solidFill>
                <a:latin typeface="맑은 고딕"/>
                <a:ea typeface="맑은 고딕"/>
                <a:cs typeface="맑은 고딕"/>
              </a:defRPr>
            </a:lvl6pPr>
            <a:lvl7pPr algn="l">
              <a:defRPr sz="2175" b="1">
                <a:solidFill>
                  <a:srgbClr val="117A72"/>
                </a:solidFill>
                <a:latin typeface="맑은 고딕"/>
                <a:ea typeface="맑은 고딕"/>
                <a:cs typeface="맑은 고딕"/>
              </a:defRPr>
            </a:lvl7pPr>
            <a:lvl8pPr algn="l">
              <a:defRPr sz="2175" b="1">
                <a:solidFill>
                  <a:srgbClr val="117A72"/>
                </a:solidFill>
                <a:latin typeface="맑은 고딕"/>
                <a:ea typeface="맑은 고딕"/>
                <a:cs typeface="맑은 고딕"/>
              </a:defRPr>
            </a:lvl8pPr>
            <a:lvl9pPr algn="l">
              <a:defRPr sz="2175" b="1">
                <a:solidFill>
                  <a:srgbClr val="117A72"/>
                </a:solidFill>
                <a:latin typeface="맑은 고딕"/>
                <a:ea typeface="맑은 고딕"/>
                <a:cs typeface="맑은 고딕"/>
              </a:defRPr>
            </a:lvl9pPr>
          </a:lstStyle>
          <a:p xmlns:a="http://schemas.openxmlformats.org/drawingml/2006/main">
            <a:pPr algn="l">
              <a:defRPr sz="2175" b="1">
                <a:solidFill>
                  <a:srgbClr val="117A72"/>
                </a:solidFill>
                <a:latin typeface="맑은 고딕"/>
                <a:ea typeface="맑은 고딕"/>
                <a:cs typeface="맑은 고딕"/>
              </a:defRPr>
            </a:pPr>
            <a:r>
              <a:rPr sz="2175" b="1">
                <a:solidFill>
                  <a:srgbClr val="117A72"/>
                </a:solidFill>
                <a:latin typeface="맑은 고딕"/>
                <a:ea typeface="맑은 고딕"/>
                <a:cs typeface="맑은 고딕"/>
              </a:rPr>
              <a:t>해석의 한계</a:t>
            </a:r>
          </a:p>
        </p:txBody>
      </p:sp>
      <p:sp>
        <p:nvSpPr>
          <p:cNvPr id="9" name="">
            <a:extLst xmlns:a="http://schemas.openxmlformats.org/drawingml/2006/main">
              <a:ext uri="{FF2B5EF4-FFF2-40B4-BE49-F238E27FC236}">
                <a16:creationId xmlns:a16="http://schemas.microsoft.com/office/drawing/2014/main" id="{4D994D99-82F9-4007-A5AC-CE78835B0FC0}"/>
              </a:ext>
            </a:extLst>
          </p:cNvPr>
          <p:cNvSpPr>
            <a:spLocks xmlns:a="http://schemas.openxmlformats.org/drawingml/2006/main" noGrp="1"/>
          </p:cNvSpPr>
          <p:nvPr/>
        </p:nvSpPr>
        <p:spPr>
          <a:xfrm xmlns:a="http://schemas.openxmlformats.org/drawingml/2006/main">
            <a:off x="3238500" y="4133850"/>
            <a:ext cx="8286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223743"/>
                </a:solidFill>
                <a:latin typeface="맑은 고딕"/>
                <a:ea typeface="맑은 고딕"/>
                <a:cs typeface="맑은 고딕"/>
              </a:defRPr>
            </a:defPPr>
            <a:lvl1pPr algn="l">
              <a:defRPr sz="2175" b="0">
                <a:solidFill>
                  <a:srgbClr val="223743"/>
                </a:solidFill>
                <a:latin typeface="맑은 고딕"/>
                <a:ea typeface="맑은 고딕"/>
                <a:cs typeface="맑은 고딕"/>
              </a:defRPr>
            </a:lvl1pPr>
            <a:lvl2pPr algn="l">
              <a:defRPr sz="2175" b="0">
                <a:solidFill>
                  <a:srgbClr val="223743"/>
                </a:solidFill>
                <a:latin typeface="맑은 고딕"/>
                <a:ea typeface="맑은 고딕"/>
                <a:cs typeface="맑은 고딕"/>
              </a:defRPr>
            </a:lvl2pPr>
            <a:lvl3pPr algn="l">
              <a:defRPr sz="2175" b="0">
                <a:solidFill>
                  <a:srgbClr val="223743"/>
                </a:solidFill>
                <a:latin typeface="맑은 고딕"/>
                <a:ea typeface="맑은 고딕"/>
                <a:cs typeface="맑은 고딕"/>
              </a:defRPr>
            </a:lvl3pPr>
            <a:lvl4pPr algn="l">
              <a:defRPr sz="2175" b="0">
                <a:solidFill>
                  <a:srgbClr val="223743"/>
                </a:solidFill>
                <a:latin typeface="맑은 고딕"/>
                <a:ea typeface="맑은 고딕"/>
                <a:cs typeface="맑은 고딕"/>
              </a:defRPr>
            </a:lvl4pPr>
            <a:lvl5pPr algn="l">
              <a:defRPr sz="2175" b="0">
                <a:solidFill>
                  <a:srgbClr val="223743"/>
                </a:solidFill>
                <a:latin typeface="맑은 고딕"/>
                <a:ea typeface="맑은 고딕"/>
                <a:cs typeface="맑은 고딕"/>
              </a:defRPr>
            </a:lvl5pPr>
            <a:lvl6pPr algn="l">
              <a:defRPr sz="2175" b="0">
                <a:solidFill>
                  <a:srgbClr val="223743"/>
                </a:solidFill>
                <a:latin typeface="맑은 고딕"/>
                <a:ea typeface="맑은 고딕"/>
                <a:cs typeface="맑은 고딕"/>
              </a:defRPr>
            </a:lvl6pPr>
            <a:lvl7pPr algn="l">
              <a:defRPr sz="2175" b="0">
                <a:solidFill>
                  <a:srgbClr val="223743"/>
                </a:solidFill>
                <a:latin typeface="맑은 고딕"/>
                <a:ea typeface="맑은 고딕"/>
                <a:cs typeface="맑은 고딕"/>
              </a:defRPr>
            </a:lvl7pPr>
            <a:lvl8pPr algn="l">
              <a:defRPr sz="2175" b="0">
                <a:solidFill>
                  <a:srgbClr val="223743"/>
                </a:solidFill>
                <a:latin typeface="맑은 고딕"/>
                <a:ea typeface="맑은 고딕"/>
                <a:cs typeface="맑은 고딕"/>
              </a:defRPr>
            </a:lvl8pPr>
            <a:lvl9pPr algn="l">
              <a:defRPr sz="2175" b="0">
                <a:solidFill>
                  <a:srgbClr val="223743"/>
                </a:solidFill>
                <a:latin typeface="맑은 고딕"/>
                <a:ea typeface="맑은 고딕"/>
                <a:cs typeface="맑은 고딕"/>
              </a:defRPr>
            </a:lvl9pPr>
          </a:lstStyle>
          <a:p xmlns:a="http://schemas.openxmlformats.org/drawingml/2006/main">
            <a:pPr algn="l">
              <a:defRPr sz="2175" b="0">
                <a:solidFill>
                  <a:srgbClr val="223743"/>
                </a:solidFill>
                <a:latin typeface="맑은 고딕"/>
                <a:ea typeface="맑은 고딕"/>
                <a:cs typeface="맑은 고딕"/>
              </a:defRPr>
            </a:pPr>
            <a:r>
              <a:rPr sz="2175" b="0">
                <a:solidFill>
                  <a:srgbClr val="223743"/>
                </a:solidFill>
                <a:latin typeface="맑은 고딕"/>
                <a:ea typeface="맑은 고딕"/>
                <a:cs typeface="맑은 고딕"/>
              </a:rPr>
              <a:t>추가 표본도 회고적 편의표본이며 코칭 효과 검증이 아니다</a:t>
            </a:r>
          </a:p>
        </p:txBody>
      </p:sp>
      <p:sp>
        <p:nvSpPr>
          <p:cNvPr id="10" name="">
            <a:extLst xmlns:a="http://schemas.openxmlformats.org/drawingml/2006/main">
              <a:ext uri="{FF2B5EF4-FFF2-40B4-BE49-F238E27FC236}">
                <a16:creationId xmlns:a16="http://schemas.microsoft.com/office/drawing/2014/main" id="{7C9BCE1A-F7E4-400D-B8D8-808F05E95D39}"/>
              </a:ext>
            </a:extLst>
          </p:cNvPr>
          <p:cNvSpPr>
            <a:spLocks xmlns:a="http://schemas.openxmlformats.org/drawingml/2006/main" noGrp="1"/>
          </p:cNvSpPr>
          <p:nvPr/>
        </p:nvSpPr>
        <p:spPr>
          <a:xfrm xmlns:a="http://schemas.openxmlformats.org/drawingml/2006/main">
            <a:off x="685800" y="57531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17A72"/>
                </a:solidFill>
                <a:latin typeface="맑은 고딕"/>
                <a:ea typeface="맑은 고딕"/>
                <a:cs typeface="맑은 고딕"/>
              </a:defRPr>
            </a:defPPr>
            <a:lvl1pPr algn="l">
              <a:defRPr sz="2025" b="1">
                <a:solidFill>
                  <a:srgbClr val="117A72"/>
                </a:solidFill>
                <a:latin typeface="맑은 고딕"/>
                <a:ea typeface="맑은 고딕"/>
                <a:cs typeface="맑은 고딕"/>
              </a:defRPr>
            </a:lvl1pPr>
            <a:lvl2pPr algn="l">
              <a:defRPr sz="2025" b="1">
                <a:solidFill>
                  <a:srgbClr val="117A72"/>
                </a:solidFill>
                <a:latin typeface="맑은 고딕"/>
                <a:ea typeface="맑은 고딕"/>
                <a:cs typeface="맑은 고딕"/>
              </a:defRPr>
            </a:lvl2pPr>
            <a:lvl3pPr algn="l">
              <a:defRPr sz="2025" b="1">
                <a:solidFill>
                  <a:srgbClr val="117A72"/>
                </a:solidFill>
                <a:latin typeface="맑은 고딕"/>
                <a:ea typeface="맑은 고딕"/>
                <a:cs typeface="맑은 고딕"/>
              </a:defRPr>
            </a:lvl3pPr>
            <a:lvl4pPr algn="l">
              <a:defRPr sz="2025" b="1">
                <a:solidFill>
                  <a:srgbClr val="117A72"/>
                </a:solidFill>
                <a:latin typeface="맑은 고딕"/>
                <a:ea typeface="맑은 고딕"/>
                <a:cs typeface="맑은 고딕"/>
              </a:defRPr>
            </a:lvl4pPr>
            <a:lvl5pPr algn="l">
              <a:defRPr sz="2025" b="1">
                <a:solidFill>
                  <a:srgbClr val="117A72"/>
                </a:solidFill>
                <a:latin typeface="맑은 고딕"/>
                <a:ea typeface="맑은 고딕"/>
                <a:cs typeface="맑은 고딕"/>
              </a:defRPr>
            </a:lvl5pPr>
            <a:lvl6pPr algn="l">
              <a:defRPr sz="2025" b="1">
                <a:solidFill>
                  <a:srgbClr val="117A72"/>
                </a:solidFill>
                <a:latin typeface="맑은 고딕"/>
                <a:ea typeface="맑은 고딕"/>
                <a:cs typeface="맑은 고딕"/>
              </a:defRPr>
            </a:lvl6pPr>
            <a:lvl7pPr algn="l">
              <a:defRPr sz="2025" b="1">
                <a:solidFill>
                  <a:srgbClr val="117A72"/>
                </a:solidFill>
                <a:latin typeface="맑은 고딕"/>
                <a:ea typeface="맑은 고딕"/>
                <a:cs typeface="맑은 고딕"/>
              </a:defRPr>
            </a:lvl7pPr>
            <a:lvl8pPr algn="l">
              <a:defRPr sz="2025" b="1">
                <a:solidFill>
                  <a:srgbClr val="117A72"/>
                </a:solidFill>
                <a:latin typeface="맑은 고딕"/>
                <a:ea typeface="맑은 고딕"/>
                <a:cs typeface="맑은 고딕"/>
              </a:defRPr>
            </a:lvl8pPr>
            <a:lvl9pPr algn="l">
              <a:defRPr sz="2025" b="1">
                <a:solidFill>
                  <a:srgbClr val="117A72"/>
                </a:solidFill>
                <a:latin typeface="맑은 고딕"/>
                <a:ea typeface="맑은 고딕"/>
                <a:cs typeface="맑은 고딕"/>
              </a:defRPr>
            </a:lvl9pPr>
          </a:lstStyle>
          <a:p xmlns:a="http://schemas.openxmlformats.org/drawingml/2006/main">
            <a:pPr algn="l">
              <a:defRPr sz="2025" b="1">
                <a:solidFill>
                  <a:srgbClr val="117A72"/>
                </a:solidFill>
                <a:latin typeface="맑은 고딕"/>
                <a:ea typeface="맑은 고딕"/>
                <a:cs typeface="맑은 고딕"/>
              </a:defRPr>
            </a:pPr>
            <a:r>
              <a:rPr sz="2025" b="1">
                <a:solidFill>
                  <a:srgbClr val="117A72"/>
                </a:solidFill>
                <a:latin typeface="맑은 고딕"/>
                <a:ea typeface="맑은 고딕"/>
                <a:cs typeface="맑은 고딕"/>
              </a:rPr>
              <a:t>후속 과제  독립 자료·확률 보정·전향적 사용자 검증</a:t>
            </a:r>
          </a:p>
        </p:txBody>
      </p:sp>
    </p:spTree>
    <p:extLst>
      <p:ext uri="{BB962C8B-B14F-4D97-AF65-F5344CB8AC3E}">
        <p14:creationId xmlns:p14="http://schemas.microsoft.com/office/powerpoint/2010/main" val="43512025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F806E48-8996-4C77-A817-FD92CDE8E2D8}"/>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132B3B"/>
                </a:solidFill>
                <a:latin typeface="맑은 고딕"/>
                <a:ea typeface="맑은 고딕"/>
                <a:cs typeface="맑은 고딕"/>
              </a:defRPr>
            </a:defPPr>
            <a:lvl1pPr algn="l">
              <a:defRPr sz="3450" b="1">
                <a:solidFill>
                  <a:srgbClr val="132B3B"/>
                </a:solidFill>
                <a:latin typeface="맑은 고딕"/>
                <a:ea typeface="맑은 고딕"/>
                <a:cs typeface="맑은 고딕"/>
              </a:defRPr>
            </a:lvl1pPr>
            <a:lvl2pPr algn="l">
              <a:defRPr sz="3450" b="1">
                <a:solidFill>
                  <a:srgbClr val="132B3B"/>
                </a:solidFill>
                <a:latin typeface="맑은 고딕"/>
                <a:ea typeface="맑은 고딕"/>
                <a:cs typeface="맑은 고딕"/>
              </a:defRPr>
            </a:lvl2pPr>
            <a:lvl3pPr algn="l">
              <a:defRPr sz="3450" b="1">
                <a:solidFill>
                  <a:srgbClr val="132B3B"/>
                </a:solidFill>
                <a:latin typeface="맑은 고딕"/>
                <a:ea typeface="맑은 고딕"/>
                <a:cs typeface="맑은 고딕"/>
              </a:defRPr>
            </a:lvl3pPr>
            <a:lvl4pPr algn="l">
              <a:defRPr sz="3450" b="1">
                <a:solidFill>
                  <a:srgbClr val="132B3B"/>
                </a:solidFill>
                <a:latin typeface="맑은 고딕"/>
                <a:ea typeface="맑은 고딕"/>
                <a:cs typeface="맑은 고딕"/>
              </a:defRPr>
            </a:lvl4pPr>
            <a:lvl5pPr algn="l">
              <a:defRPr sz="3450" b="1">
                <a:solidFill>
                  <a:srgbClr val="132B3B"/>
                </a:solidFill>
                <a:latin typeface="맑은 고딕"/>
                <a:ea typeface="맑은 고딕"/>
                <a:cs typeface="맑은 고딕"/>
              </a:defRPr>
            </a:lvl5pPr>
            <a:lvl6pPr algn="l">
              <a:defRPr sz="3450" b="1">
                <a:solidFill>
                  <a:srgbClr val="132B3B"/>
                </a:solidFill>
                <a:latin typeface="맑은 고딕"/>
                <a:ea typeface="맑은 고딕"/>
                <a:cs typeface="맑은 고딕"/>
              </a:defRPr>
            </a:lvl6pPr>
            <a:lvl7pPr algn="l">
              <a:defRPr sz="3450" b="1">
                <a:solidFill>
                  <a:srgbClr val="132B3B"/>
                </a:solidFill>
                <a:latin typeface="맑은 고딕"/>
                <a:ea typeface="맑은 고딕"/>
                <a:cs typeface="맑은 고딕"/>
              </a:defRPr>
            </a:lvl7pPr>
            <a:lvl8pPr algn="l">
              <a:defRPr sz="3450" b="1">
                <a:solidFill>
                  <a:srgbClr val="132B3B"/>
                </a:solidFill>
                <a:latin typeface="맑은 고딕"/>
                <a:ea typeface="맑은 고딕"/>
                <a:cs typeface="맑은 고딕"/>
              </a:defRPr>
            </a:lvl8pPr>
            <a:lvl9pPr algn="l">
              <a:defRPr sz="3450" b="1">
                <a:solidFill>
                  <a:srgbClr val="132B3B"/>
                </a:solidFill>
                <a:latin typeface="맑은 고딕"/>
                <a:ea typeface="맑은 고딕"/>
                <a:cs typeface="맑은 고딕"/>
              </a:defRPr>
            </a:lvl9pPr>
          </a:lstStyle>
          <a:p xmlns:a="http://schemas.openxmlformats.org/drawingml/2006/main">
            <a:pPr algn="l">
              <a:defRPr sz="3450" b="1">
                <a:solidFill>
                  <a:srgbClr val="132B3B"/>
                </a:solidFill>
                <a:latin typeface="맑은 고딕"/>
                <a:ea typeface="맑은 고딕"/>
                <a:cs typeface="맑은 고딕"/>
              </a:defRPr>
            </a:pPr>
            <a:r>
              <a:rPr sz="3450" b="1">
                <a:solidFill>
                  <a:srgbClr val="132B3B"/>
                </a:solidFill>
                <a:latin typeface="맑은 고딕"/>
                <a:ea typeface="맑은 고딕"/>
                <a:cs typeface="맑은 고딕"/>
              </a:rPr>
              <a:t>참고문헌</a:t>
            </a:r>
          </a:p>
        </p:txBody>
      </p:sp>
      <p:sp>
        <p:nvSpPr>
          <p:cNvPr id="3" name="">
            <a:extLst xmlns:a="http://schemas.openxmlformats.org/drawingml/2006/main">
              <a:ext uri="{FF2B5EF4-FFF2-40B4-BE49-F238E27FC236}">
                <a16:creationId xmlns:a16="http://schemas.microsoft.com/office/drawing/2014/main" id="{5B70B203-9496-43F6-B23A-EF55955FF69C}"/>
              </a:ext>
            </a:extLst>
          </p:cNvPr>
          <p:cNvSpPr>
            <a:spLocks xmlns:a="http://schemas.openxmlformats.org/drawingml/2006/main" noGrp="1"/>
          </p:cNvSpPr>
          <p:nvPr/>
        </p:nvSpPr>
        <p:spPr>
          <a:xfrm xmlns:a="http://schemas.openxmlformats.org/drawingml/2006/main">
            <a:off x="11087100" y="63817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C6D75"/>
                </a:solidFill>
                <a:latin typeface="맑은 고딕"/>
                <a:ea typeface="맑은 고딕"/>
                <a:cs typeface="맑은 고딕"/>
              </a:defRPr>
            </a:defPPr>
            <a:lvl1pPr algn="r">
              <a:defRPr sz="1350" b="0">
                <a:solidFill>
                  <a:srgbClr val="5C6D75"/>
                </a:solidFill>
                <a:latin typeface="맑은 고딕"/>
                <a:ea typeface="맑은 고딕"/>
                <a:cs typeface="맑은 고딕"/>
              </a:defRPr>
            </a:lvl1pPr>
            <a:lvl2pPr algn="r">
              <a:defRPr sz="1350" b="0">
                <a:solidFill>
                  <a:srgbClr val="5C6D75"/>
                </a:solidFill>
                <a:latin typeface="맑은 고딕"/>
                <a:ea typeface="맑은 고딕"/>
                <a:cs typeface="맑은 고딕"/>
              </a:defRPr>
            </a:lvl2pPr>
            <a:lvl3pPr algn="r">
              <a:defRPr sz="1350" b="0">
                <a:solidFill>
                  <a:srgbClr val="5C6D75"/>
                </a:solidFill>
                <a:latin typeface="맑은 고딕"/>
                <a:ea typeface="맑은 고딕"/>
                <a:cs typeface="맑은 고딕"/>
              </a:defRPr>
            </a:lvl3pPr>
            <a:lvl4pPr algn="r">
              <a:defRPr sz="1350" b="0">
                <a:solidFill>
                  <a:srgbClr val="5C6D75"/>
                </a:solidFill>
                <a:latin typeface="맑은 고딕"/>
                <a:ea typeface="맑은 고딕"/>
                <a:cs typeface="맑은 고딕"/>
              </a:defRPr>
            </a:lvl4pPr>
            <a:lvl5pPr algn="r">
              <a:defRPr sz="1350" b="0">
                <a:solidFill>
                  <a:srgbClr val="5C6D75"/>
                </a:solidFill>
                <a:latin typeface="맑은 고딕"/>
                <a:ea typeface="맑은 고딕"/>
                <a:cs typeface="맑은 고딕"/>
              </a:defRPr>
            </a:lvl5pPr>
            <a:lvl6pPr algn="r">
              <a:defRPr sz="1350" b="0">
                <a:solidFill>
                  <a:srgbClr val="5C6D75"/>
                </a:solidFill>
                <a:latin typeface="맑은 고딕"/>
                <a:ea typeface="맑은 고딕"/>
                <a:cs typeface="맑은 고딕"/>
              </a:defRPr>
            </a:lvl6pPr>
            <a:lvl7pPr algn="r">
              <a:defRPr sz="1350" b="0">
                <a:solidFill>
                  <a:srgbClr val="5C6D75"/>
                </a:solidFill>
                <a:latin typeface="맑은 고딕"/>
                <a:ea typeface="맑은 고딕"/>
                <a:cs typeface="맑은 고딕"/>
              </a:defRPr>
            </a:lvl7pPr>
            <a:lvl8pPr algn="r">
              <a:defRPr sz="1350" b="0">
                <a:solidFill>
                  <a:srgbClr val="5C6D75"/>
                </a:solidFill>
                <a:latin typeface="맑은 고딕"/>
                <a:ea typeface="맑은 고딕"/>
                <a:cs typeface="맑은 고딕"/>
              </a:defRPr>
            </a:lvl8pPr>
            <a:lvl9pPr algn="r">
              <a:defRPr sz="1350" b="0">
                <a:solidFill>
                  <a:srgbClr val="5C6D75"/>
                </a:solidFill>
                <a:latin typeface="맑은 고딕"/>
                <a:ea typeface="맑은 고딕"/>
                <a:cs typeface="맑은 고딕"/>
              </a:defRPr>
            </a:lvl9pPr>
          </a:lstStyle>
          <a:p xmlns:a="http://schemas.openxmlformats.org/drawingml/2006/main">
            <a:pPr algn="r">
              <a:defRPr sz="1350" b="0">
                <a:solidFill>
                  <a:srgbClr val="5C6D75"/>
                </a:solidFill>
                <a:latin typeface="맑은 고딕"/>
                <a:ea typeface="맑은 고딕"/>
                <a:cs typeface="맑은 고딕"/>
              </a:defRPr>
            </a:pPr>
            <a:r>
              <a:rPr sz="1350" b="0">
                <a:solidFill>
                  <a:srgbClr val="5C6D75"/>
                </a:solidFill>
                <a:latin typeface="맑은 고딕"/>
                <a:ea typeface="맑은 고딕"/>
                <a:cs typeface="맑은 고딕"/>
              </a:rPr>
              <a:t>18</a:t>
            </a:r>
          </a:p>
        </p:txBody>
      </p:sp>
      <p:sp>
        <p:nvSpPr>
          <p:cNvPr id="4" name="">
            <a:extLst xmlns:a="http://schemas.openxmlformats.org/drawingml/2006/main">
              <a:ext uri="{FF2B5EF4-FFF2-40B4-BE49-F238E27FC236}">
                <a16:creationId xmlns:a16="http://schemas.microsoft.com/office/drawing/2014/main" id="{3DDF5F20-C17A-4CA0-A2F7-077A4E5DCE2E}"/>
              </a:ext>
            </a:extLst>
          </p:cNvPr>
          <p:cNvSpPr>
            <a:spLocks xmlns:a="http://schemas.openxmlformats.org/drawingml/2006/main" noGrp="1"/>
          </p:cNvSpPr>
          <p:nvPr/>
        </p:nvSpPr>
        <p:spPr>
          <a:xfrm xmlns:a="http://schemas.openxmlformats.org/drawingml/2006/main">
            <a:off x="685800" y="1381125"/>
            <a:ext cx="1080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223743"/>
                </a:solidFill>
                <a:latin typeface="맑은 고딕"/>
                <a:ea typeface="맑은 고딕"/>
                <a:cs typeface="맑은 고딕"/>
              </a:defRPr>
            </a:defPPr>
            <a:lvl1pPr algn="l">
              <a:defRPr sz="1800" b="0">
                <a:solidFill>
                  <a:srgbClr val="223743"/>
                </a:solidFill>
                <a:latin typeface="맑은 고딕"/>
                <a:ea typeface="맑은 고딕"/>
                <a:cs typeface="맑은 고딕"/>
              </a:defRPr>
            </a:lvl1pPr>
            <a:lvl2pPr algn="l">
              <a:defRPr sz="1800" b="0">
                <a:solidFill>
                  <a:srgbClr val="223743"/>
                </a:solidFill>
                <a:latin typeface="맑은 고딕"/>
                <a:ea typeface="맑은 고딕"/>
                <a:cs typeface="맑은 고딕"/>
              </a:defRPr>
            </a:lvl2pPr>
            <a:lvl3pPr algn="l">
              <a:defRPr sz="1800" b="0">
                <a:solidFill>
                  <a:srgbClr val="223743"/>
                </a:solidFill>
                <a:latin typeface="맑은 고딕"/>
                <a:ea typeface="맑은 고딕"/>
                <a:cs typeface="맑은 고딕"/>
              </a:defRPr>
            </a:lvl3pPr>
            <a:lvl4pPr algn="l">
              <a:defRPr sz="1800" b="0">
                <a:solidFill>
                  <a:srgbClr val="223743"/>
                </a:solidFill>
                <a:latin typeface="맑은 고딕"/>
                <a:ea typeface="맑은 고딕"/>
                <a:cs typeface="맑은 고딕"/>
              </a:defRPr>
            </a:lvl4pPr>
            <a:lvl5pPr algn="l">
              <a:defRPr sz="1800" b="0">
                <a:solidFill>
                  <a:srgbClr val="223743"/>
                </a:solidFill>
                <a:latin typeface="맑은 고딕"/>
                <a:ea typeface="맑은 고딕"/>
                <a:cs typeface="맑은 고딕"/>
              </a:defRPr>
            </a:lvl5pPr>
            <a:lvl6pPr algn="l">
              <a:defRPr sz="1800" b="0">
                <a:solidFill>
                  <a:srgbClr val="223743"/>
                </a:solidFill>
                <a:latin typeface="맑은 고딕"/>
                <a:ea typeface="맑은 고딕"/>
                <a:cs typeface="맑은 고딕"/>
              </a:defRPr>
            </a:lvl6pPr>
            <a:lvl7pPr algn="l">
              <a:defRPr sz="1800" b="0">
                <a:solidFill>
                  <a:srgbClr val="223743"/>
                </a:solidFill>
                <a:latin typeface="맑은 고딕"/>
                <a:ea typeface="맑은 고딕"/>
                <a:cs typeface="맑은 고딕"/>
              </a:defRPr>
            </a:lvl7pPr>
            <a:lvl8pPr algn="l">
              <a:defRPr sz="1800" b="0">
                <a:solidFill>
                  <a:srgbClr val="223743"/>
                </a:solidFill>
                <a:latin typeface="맑은 고딕"/>
                <a:ea typeface="맑은 고딕"/>
                <a:cs typeface="맑은 고딕"/>
              </a:defRPr>
            </a:lvl8pPr>
            <a:lvl9pPr algn="l">
              <a:defRPr sz="1800" b="0">
                <a:solidFill>
                  <a:srgbClr val="223743"/>
                </a:solidFill>
                <a:latin typeface="맑은 고딕"/>
                <a:ea typeface="맑은 고딕"/>
                <a:cs typeface="맑은 고딕"/>
              </a:defRPr>
            </a:lvl9pPr>
          </a:lstStyle>
          <a:p xmlns:a="http://schemas.openxmlformats.org/drawingml/2006/main">
            <a:pPr algn="l">
              <a:defRPr sz="1800" b="0">
                <a:solidFill>
                  <a:srgbClr val="223743"/>
                </a:solidFill>
                <a:latin typeface="맑은 고딕"/>
                <a:ea typeface="맑은 고딕"/>
                <a:cs typeface="맑은 고딕"/>
              </a:defRPr>
            </a:pPr>
            <a:r>
              <a:rPr sz="1800" b="0">
                <a:solidFill>
                  <a:srgbClr val="223743"/>
                </a:solidFill>
                <a:latin typeface="맑은 고딕"/>
                <a:ea typeface="맑은 고딕"/>
                <a:cs typeface="맑은 고딕"/>
              </a:rPr>
              <a:t>[1] 김철기·이수원 (2020)  양방향 순환신경망 임베딩을 이용한</a:t>
            </a:r>
          </a:p>
          <a:p xmlns:a="http://schemas.openxmlformats.org/drawingml/2006/main">
            <a:pPr algn="l">
              <a:defRPr sz="1800" b="0">
                <a:solidFill>
                  <a:srgbClr val="223743"/>
                </a:solidFill>
                <a:latin typeface="맑은 고딕"/>
                <a:ea typeface="맑은 고딕"/>
                <a:cs typeface="맑은 고딕"/>
              </a:defRPr>
            </a:pPr>
            <a:r>
              <a:rPr sz="1800" b="0">
                <a:solidFill>
                  <a:srgbClr val="223743"/>
                </a:solidFill>
                <a:latin typeface="맑은 고딕"/>
                <a:ea typeface="맑은 고딕"/>
                <a:cs typeface="맑은 고딕"/>
              </a:rPr>
              <a:t>      리그오브레전드 승패 예측</a:t>
            </a:r>
          </a:p>
        </p:txBody>
      </p:sp>
      <p:sp>
        <p:nvSpPr>
          <p:cNvPr id="5" name="">
            <a:extLst xmlns:a="http://schemas.openxmlformats.org/drawingml/2006/main">
              <a:ext uri="{FF2B5EF4-FFF2-40B4-BE49-F238E27FC236}">
                <a16:creationId xmlns:a16="http://schemas.microsoft.com/office/drawing/2014/main" id="{0022B4BE-1F81-4C26-A62E-07C0BAC40D18}"/>
              </a:ext>
            </a:extLst>
          </p:cNvPr>
          <p:cNvSpPr>
            <a:spLocks xmlns:a="http://schemas.openxmlformats.org/drawingml/2006/main" noGrp="1"/>
          </p:cNvSpPr>
          <p:nvPr/>
        </p:nvSpPr>
        <p:spPr>
          <a:xfrm xmlns:a="http://schemas.openxmlformats.org/drawingml/2006/main">
            <a:off x="685800" y="2085975"/>
            <a:ext cx="1080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223743"/>
                </a:solidFill>
                <a:latin typeface="맑은 고딕"/>
                <a:ea typeface="맑은 고딕"/>
                <a:cs typeface="맑은 고딕"/>
              </a:defRPr>
            </a:defPPr>
            <a:lvl1pPr algn="l">
              <a:defRPr sz="1800" b="0">
                <a:solidFill>
                  <a:srgbClr val="223743"/>
                </a:solidFill>
                <a:latin typeface="맑은 고딕"/>
                <a:ea typeface="맑은 고딕"/>
                <a:cs typeface="맑은 고딕"/>
              </a:defRPr>
            </a:lvl1pPr>
            <a:lvl2pPr algn="l">
              <a:defRPr sz="1800" b="0">
                <a:solidFill>
                  <a:srgbClr val="223743"/>
                </a:solidFill>
                <a:latin typeface="맑은 고딕"/>
                <a:ea typeface="맑은 고딕"/>
                <a:cs typeface="맑은 고딕"/>
              </a:defRPr>
            </a:lvl2pPr>
            <a:lvl3pPr algn="l">
              <a:defRPr sz="1800" b="0">
                <a:solidFill>
                  <a:srgbClr val="223743"/>
                </a:solidFill>
                <a:latin typeface="맑은 고딕"/>
                <a:ea typeface="맑은 고딕"/>
                <a:cs typeface="맑은 고딕"/>
              </a:defRPr>
            </a:lvl3pPr>
            <a:lvl4pPr algn="l">
              <a:defRPr sz="1800" b="0">
                <a:solidFill>
                  <a:srgbClr val="223743"/>
                </a:solidFill>
                <a:latin typeface="맑은 고딕"/>
                <a:ea typeface="맑은 고딕"/>
                <a:cs typeface="맑은 고딕"/>
              </a:defRPr>
            </a:lvl4pPr>
            <a:lvl5pPr algn="l">
              <a:defRPr sz="1800" b="0">
                <a:solidFill>
                  <a:srgbClr val="223743"/>
                </a:solidFill>
                <a:latin typeface="맑은 고딕"/>
                <a:ea typeface="맑은 고딕"/>
                <a:cs typeface="맑은 고딕"/>
              </a:defRPr>
            </a:lvl5pPr>
            <a:lvl6pPr algn="l">
              <a:defRPr sz="1800" b="0">
                <a:solidFill>
                  <a:srgbClr val="223743"/>
                </a:solidFill>
                <a:latin typeface="맑은 고딕"/>
                <a:ea typeface="맑은 고딕"/>
                <a:cs typeface="맑은 고딕"/>
              </a:defRPr>
            </a:lvl6pPr>
            <a:lvl7pPr algn="l">
              <a:defRPr sz="1800" b="0">
                <a:solidFill>
                  <a:srgbClr val="223743"/>
                </a:solidFill>
                <a:latin typeface="맑은 고딕"/>
                <a:ea typeface="맑은 고딕"/>
                <a:cs typeface="맑은 고딕"/>
              </a:defRPr>
            </a:lvl7pPr>
            <a:lvl8pPr algn="l">
              <a:defRPr sz="1800" b="0">
                <a:solidFill>
                  <a:srgbClr val="223743"/>
                </a:solidFill>
                <a:latin typeface="맑은 고딕"/>
                <a:ea typeface="맑은 고딕"/>
                <a:cs typeface="맑은 고딕"/>
              </a:defRPr>
            </a:lvl8pPr>
            <a:lvl9pPr algn="l">
              <a:defRPr sz="1800" b="0">
                <a:solidFill>
                  <a:srgbClr val="223743"/>
                </a:solidFill>
                <a:latin typeface="맑은 고딕"/>
                <a:ea typeface="맑은 고딕"/>
                <a:cs typeface="맑은 고딕"/>
              </a:defRPr>
            </a:lvl9pPr>
          </a:lstStyle>
          <a:p xmlns:a="http://schemas.openxmlformats.org/drawingml/2006/main">
            <a:pPr algn="l">
              <a:defRPr sz="1800" b="0">
                <a:solidFill>
                  <a:srgbClr val="223743"/>
                </a:solidFill>
                <a:latin typeface="맑은 고딕"/>
                <a:ea typeface="맑은 고딕"/>
                <a:cs typeface="맑은 고딕"/>
              </a:defRPr>
            </a:pPr>
            <a:r>
              <a:rPr sz="1800" b="0">
                <a:solidFill>
                  <a:srgbClr val="223743"/>
                </a:solidFill>
                <a:latin typeface="맑은 고딕"/>
                <a:ea typeface="맑은 고딕"/>
                <a:cs typeface="맑은 고딕"/>
              </a:rPr>
              <a:t>[2] 김용우·김영민 (2021)  기계학습을 활용한 게임승패 예측 및</a:t>
            </a:r>
          </a:p>
          <a:p xmlns:a="http://schemas.openxmlformats.org/drawingml/2006/main">
            <a:pPr algn="l">
              <a:defRPr sz="1800" b="0">
                <a:solidFill>
                  <a:srgbClr val="223743"/>
                </a:solidFill>
                <a:latin typeface="맑은 고딕"/>
                <a:ea typeface="맑은 고딕"/>
                <a:cs typeface="맑은 고딕"/>
              </a:defRPr>
            </a:pPr>
            <a:r>
              <a:rPr sz="1800" b="0">
                <a:solidFill>
                  <a:srgbClr val="223743"/>
                </a:solidFill>
                <a:latin typeface="맑은 고딕"/>
                <a:ea typeface="맑은 고딕"/>
                <a:cs typeface="맑은 고딕"/>
              </a:rPr>
              <a:t>      변수중요도 산출을 통한 전략방향 도출</a:t>
            </a:r>
          </a:p>
        </p:txBody>
      </p:sp>
      <p:sp>
        <p:nvSpPr>
          <p:cNvPr id="6" name="">
            <a:extLst xmlns:a="http://schemas.openxmlformats.org/drawingml/2006/main">
              <a:ext uri="{FF2B5EF4-FFF2-40B4-BE49-F238E27FC236}">
                <a16:creationId xmlns:a16="http://schemas.microsoft.com/office/drawing/2014/main" id="{733CA79F-3A06-4C1A-A72D-98FEA21668BA}"/>
              </a:ext>
            </a:extLst>
          </p:cNvPr>
          <p:cNvSpPr>
            <a:spLocks xmlns:a="http://schemas.openxmlformats.org/drawingml/2006/main" noGrp="1"/>
          </p:cNvSpPr>
          <p:nvPr/>
        </p:nvSpPr>
        <p:spPr>
          <a:xfrm xmlns:a="http://schemas.openxmlformats.org/drawingml/2006/main">
            <a:off x="685800" y="2790825"/>
            <a:ext cx="1080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223743"/>
                </a:solidFill>
                <a:latin typeface="맑은 고딕"/>
                <a:ea typeface="맑은 고딕"/>
                <a:cs typeface="맑은 고딕"/>
              </a:defRPr>
            </a:defPPr>
            <a:lvl1pPr algn="l">
              <a:defRPr sz="1800" b="0">
                <a:solidFill>
                  <a:srgbClr val="223743"/>
                </a:solidFill>
                <a:latin typeface="맑은 고딕"/>
                <a:ea typeface="맑은 고딕"/>
                <a:cs typeface="맑은 고딕"/>
              </a:defRPr>
            </a:lvl1pPr>
            <a:lvl2pPr algn="l">
              <a:defRPr sz="1800" b="0">
                <a:solidFill>
                  <a:srgbClr val="223743"/>
                </a:solidFill>
                <a:latin typeface="맑은 고딕"/>
                <a:ea typeface="맑은 고딕"/>
                <a:cs typeface="맑은 고딕"/>
              </a:defRPr>
            </a:lvl2pPr>
            <a:lvl3pPr algn="l">
              <a:defRPr sz="1800" b="0">
                <a:solidFill>
                  <a:srgbClr val="223743"/>
                </a:solidFill>
                <a:latin typeface="맑은 고딕"/>
                <a:ea typeface="맑은 고딕"/>
                <a:cs typeface="맑은 고딕"/>
              </a:defRPr>
            </a:lvl3pPr>
            <a:lvl4pPr algn="l">
              <a:defRPr sz="1800" b="0">
                <a:solidFill>
                  <a:srgbClr val="223743"/>
                </a:solidFill>
                <a:latin typeface="맑은 고딕"/>
                <a:ea typeface="맑은 고딕"/>
                <a:cs typeface="맑은 고딕"/>
              </a:defRPr>
            </a:lvl4pPr>
            <a:lvl5pPr algn="l">
              <a:defRPr sz="1800" b="0">
                <a:solidFill>
                  <a:srgbClr val="223743"/>
                </a:solidFill>
                <a:latin typeface="맑은 고딕"/>
                <a:ea typeface="맑은 고딕"/>
                <a:cs typeface="맑은 고딕"/>
              </a:defRPr>
            </a:lvl5pPr>
            <a:lvl6pPr algn="l">
              <a:defRPr sz="1800" b="0">
                <a:solidFill>
                  <a:srgbClr val="223743"/>
                </a:solidFill>
                <a:latin typeface="맑은 고딕"/>
                <a:ea typeface="맑은 고딕"/>
                <a:cs typeface="맑은 고딕"/>
              </a:defRPr>
            </a:lvl6pPr>
            <a:lvl7pPr algn="l">
              <a:defRPr sz="1800" b="0">
                <a:solidFill>
                  <a:srgbClr val="223743"/>
                </a:solidFill>
                <a:latin typeface="맑은 고딕"/>
                <a:ea typeface="맑은 고딕"/>
                <a:cs typeface="맑은 고딕"/>
              </a:defRPr>
            </a:lvl7pPr>
            <a:lvl8pPr algn="l">
              <a:defRPr sz="1800" b="0">
                <a:solidFill>
                  <a:srgbClr val="223743"/>
                </a:solidFill>
                <a:latin typeface="맑은 고딕"/>
                <a:ea typeface="맑은 고딕"/>
                <a:cs typeface="맑은 고딕"/>
              </a:defRPr>
            </a:lvl8pPr>
            <a:lvl9pPr algn="l">
              <a:defRPr sz="1800" b="0">
                <a:solidFill>
                  <a:srgbClr val="223743"/>
                </a:solidFill>
                <a:latin typeface="맑은 고딕"/>
                <a:ea typeface="맑은 고딕"/>
                <a:cs typeface="맑은 고딕"/>
              </a:defRPr>
            </a:lvl9pPr>
          </a:lstStyle>
          <a:p xmlns:a="http://schemas.openxmlformats.org/drawingml/2006/main">
            <a:pPr algn="l">
              <a:defRPr sz="1800" b="0">
                <a:solidFill>
                  <a:srgbClr val="223743"/>
                </a:solidFill>
                <a:latin typeface="맑은 고딕"/>
                <a:ea typeface="맑은 고딕"/>
                <a:cs typeface="맑은 고딕"/>
              </a:defRPr>
            </a:pPr>
            <a:r>
              <a:rPr sz="1800" b="0">
                <a:solidFill>
                  <a:srgbClr val="223743"/>
                </a:solidFill>
                <a:latin typeface="맑은 고딕"/>
                <a:ea typeface="맑은 고딕"/>
                <a:cs typeface="맑은 고딕"/>
              </a:rPr>
              <a:t>[3] 김예지·민정혜 (2023)  AOS 게임 유저 데이터를 이용한 승패 예측</a:t>
            </a:r>
          </a:p>
        </p:txBody>
      </p:sp>
      <p:sp>
        <p:nvSpPr>
          <p:cNvPr id="7" name="">
            <a:extLst xmlns:a="http://schemas.openxmlformats.org/drawingml/2006/main">
              <a:ext uri="{FF2B5EF4-FFF2-40B4-BE49-F238E27FC236}">
                <a16:creationId xmlns:a16="http://schemas.microsoft.com/office/drawing/2014/main" id="{E577D2ED-8841-4C30-9389-B1CC6D329960}"/>
              </a:ext>
            </a:extLst>
          </p:cNvPr>
          <p:cNvSpPr>
            <a:spLocks xmlns:a="http://schemas.openxmlformats.org/drawingml/2006/main" noGrp="1"/>
          </p:cNvSpPr>
          <p:nvPr/>
        </p:nvSpPr>
        <p:spPr>
          <a:xfrm xmlns:a="http://schemas.openxmlformats.org/drawingml/2006/main">
            <a:off x="685800" y="3495675"/>
            <a:ext cx="1080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223743"/>
                </a:solidFill>
                <a:latin typeface="맑은 고딕"/>
                <a:ea typeface="맑은 고딕"/>
                <a:cs typeface="맑은 고딕"/>
              </a:defRPr>
            </a:defPPr>
            <a:lvl1pPr algn="l">
              <a:defRPr sz="1800" b="0">
                <a:solidFill>
                  <a:srgbClr val="223743"/>
                </a:solidFill>
                <a:latin typeface="맑은 고딕"/>
                <a:ea typeface="맑은 고딕"/>
                <a:cs typeface="맑은 고딕"/>
              </a:defRPr>
            </a:lvl1pPr>
            <a:lvl2pPr algn="l">
              <a:defRPr sz="1800" b="0">
                <a:solidFill>
                  <a:srgbClr val="223743"/>
                </a:solidFill>
                <a:latin typeface="맑은 고딕"/>
                <a:ea typeface="맑은 고딕"/>
                <a:cs typeface="맑은 고딕"/>
              </a:defRPr>
            </a:lvl2pPr>
            <a:lvl3pPr algn="l">
              <a:defRPr sz="1800" b="0">
                <a:solidFill>
                  <a:srgbClr val="223743"/>
                </a:solidFill>
                <a:latin typeface="맑은 고딕"/>
                <a:ea typeface="맑은 고딕"/>
                <a:cs typeface="맑은 고딕"/>
              </a:defRPr>
            </a:lvl3pPr>
            <a:lvl4pPr algn="l">
              <a:defRPr sz="1800" b="0">
                <a:solidFill>
                  <a:srgbClr val="223743"/>
                </a:solidFill>
                <a:latin typeface="맑은 고딕"/>
                <a:ea typeface="맑은 고딕"/>
                <a:cs typeface="맑은 고딕"/>
              </a:defRPr>
            </a:lvl4pPr>
            <a:lvl5pPr algn="l">
              <a:defRPr sz="1800" b="0">
                <a:solidFill>
                  <a:srgbClr val="223743"/>
                </a:solidFill>
                <a:latin typeface="맑은 고딕"/>
                <a:ea typeface="맑은 고딕"/>
                <a:cs typeface="맑은 고딕"/>
              </a:defRPr>
            </a:lvl5pPr>
            <a:lvl6pPr algn="l">
              <a:defRPr sz="1800" b="0">
                <a:solidFill>
                  <a:srgbClr val="223743"/>
                </a:solidFill>
                <a:latin typeface="맑은 고딕"/>
                <a:ea typeface="맑은 고딕"/>
                <a:cs typeface="맑은 고딕"/>
              </a:defRPr>
            </a:lvl6pPr>
            <a:lvl7pPr algn="l">
              <a:defRPr sz="1800" b="0">
                <a:solidFill>
                  <a:srgbClr val="223743"/>
                </a:solidFill>
                <a:latin typeface="맑은 고딕"/>
                <a:ea typeface="맑은 고딕"/>
                <a:cs typeface="맑은 고딕"/>
              </a:defRPr>
            </a:lvl7pPr>
            <a:lvl8pPr algn="l">
              <a:defRPr sz="1800" b="0">
                <a:solidFill>
                  <a:srgbClr val="223743"/>
                </a:solidFill>
                <a:latin typeface="맑은 고딕"/>
                <a:ea typeface="맑은 고딕"/>
                <a:cs typeface="맑은 고딕"/>
              </a:defRPr>
            </a:lvl8pPr>
            <a:lvl9pPr algn="l">
              <a:defRPr sz="1800" b="0">
                <a:solidFill>
                  <a:srgbClr val="223743"/>
                </a:solidFill>
                <a:latin typeface="맑은 고딕"/>
                <a:ea typeface="맑은 고딕"/>
                <a:cs typeface="맑은 고딕"/>
              </a:defRPr>
            </a:lvl9pPr>
          </a:lstStyle>
          <a:p xmlns:a="http://schemas.openxmlformats.org/drawingml/2006/main">
            <a:pPr algn="l">
              <a:defRPr sz="1800" b="0">
                <a:solidFill>
                  <a:srgbClr val="223743"/>
                </a:solidFill>
                <a:latin typeface="맑은 고딕"/>
                <a:ea typeface="맑은 고딕"/>
                <a:cs typeface="맑은 고딕"/>
              </a:defRPr>
            </a:pPr>
            <a:r>
              <a:rPr sz="1800" b="0">
                <a:solidFill>
                  <a:srgbClr val="223743"/>
                </a:solidFill>
                <a:latin typeface="맑은 고딕"/>
                <a:ea typeface="맑은 고딕"/>
                <a:cs typeface="맑은 고딕"/>
              </a:rPr>
              <a:t>[4] LeCun, Bengio, Hinton (2015)  Deep learning</a:t>
            </a:r>
          </a:p>
        </p:txBody>
      </p:sp>
      <p:sp>
        <p:nvSpPr>
          <p:cNvPr id="8" name="">
            <a:extLst xmlns:a="http://schemas.openxmlformats.org/drawingml/2006/main">
              <a:ext uri="{FF2B5EF4-FFF2-40B4-BE49-F238E27FC236}">
                <a16:creationId xmlns:a16="http://schemas.microsoft.com/office/drawing/2014/main" id="{30E0830A-37C5-4AEE-A4CA-BD7BB2E73CA7}"/>
              </a:ext>
            </a:extLst>
          </p:cNvPr>
          <p:cNvSpPr>
            <a:spLocks xmlns:a="http://schemas.openxmlformats.org/drawingml/2006/main" noGrp="1"/>
          </p:cNvSpPr>
          <p:nvPr/>
        </p:nvSpPr>
        <p:spPr>
          <a:xfrm xmlns:a="http://schemas.openxmlformats.org/drawingml/2006/main">
            <a:off x="685800" y="4200525"/>
            <a:ext cx="1080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223743"/>
                </a:solidFill>
                <a:latin typeface="맑은 고딕"/>
                <a:ea typeface="맑은 고딕"/>
                <a:cs typeface="맑은 고딕"/>
              </a:defRPr>
            </a:defPPr>
            <a:lvl1pPr algn="l">
              <a:defRPr sz="1800" b="0">
                <a:solidFill>
                  <a:srgbClr val="223743"/>
                </a:solidFill>
                <a:latin typeface="맑은 고딕"/>
                <a:ea typeface="맑은 고딕"/>
                <a:cs typeface="맑은 고딕"/>
              </a:defRPr>
            </a:lvl1pPr>
            <a:lvl2pPr algn="l">
              <a:defRPr sz="1800" b="0">
                <a:solidFill>
                  <a:srgbClr val="223743"/>
                </a:solidFill>
                <a:latin typeface="맑은 고딕"/>
                <a:ea typeface="맑은 고딕"/>
                <a:cs typeface="맑은 고딕"/>
              </a:defRPr>
            </a:lvl2pPr>
            <a:lvl3pPr algn="l">
              <a:defRPr sz="1800" b="0">
                <a:solidFill>
                  <a:srgbClr val="223743"/>
                </a:solidFill>
                <a:latin typeface="맑은 고딕"/>
                <a:ea typeface="맑은 고딕"/>
                <a:cs typeface="맑은 고딕"/>
              </a:defRPr>
            </a:lvl3pPr>
            <a:lvl4pPr algn="l">
              <a:defRPr sz="1800" b="0">
                <a:solidFill>
                  <a:srgbClr val="223743"/>
                </a:solidFill>
                <a:latin typeface="맑은 고딕"/>
                <a:ea typeface="맑은 고딕"/>
                <a:cs typeface="맑은 고딕"/>
              </a:defRPr>
            </a:lvl4pPr>
            <a:lvl5pPr algn="l">
              <a:defRPr sz="1800" b="0">
                <a:solidFill>
                  <a:srgbClr val="223743"/>
                </a:solidFill>
                <a:latin typeface="맑은 고딕"/>
                <a:ea typeface="맑은 고딕"/>
                <a:cs typeface="맑은 고딕"/>
              </a:defRPr>
            </a:lvl5pPr>
            <a:lvl6pPr algn="l">
              <a:defRPr sz="1800" b="0">
                <a:solidFill>
                  <a:srgbClr val="223743"/>
                </a:solidFill>
                <a:latin typeface="맑은 고딕"/>
                <a:ea typeface="맑은 고딕"/>
                <a:cs typeface="맑은 고딕"/>
              </a:defRPr>
            </a:lvl6pPr>
            <a:lvl7pPr algn="l">
              <a:defRPr sz="1800" b="0">
                <a:solidFill>
                  <a:srgbClr val="223743"/>
                </a:solidFill>
                <a:latin typeface="맑은 고딕"/>
                <a:ea typeface="맑은 고딕"/>
                <a:cs typeface="맑은 고딕"/>
              </a:defRPr>
            </a:lvl7pPr>
            <a:lvl8pPr algn="l">
              <a:defRPr sz="1800" b="0">
                <a:solidFill>
                  <a:srgbClr val="223743"/>
                </a:solidFill>
                <a:latin typeface="맑은 고딕"/>
                <a:ea typeface="맑은 고딕"/>
                <a:cs typeface="맑은 고딕"/>
              </a:defRPr>
            </a:lvl8pPr>
            <a:lvl9pPr algn="l">
              <a:defRPr sz="1800" b="0">
                <a:solidFill>
                  <a:srgbClr val="223743"/>
                </a:solidFill>
                <a:latin typeface="맑은 고딕"/>
                <a:ea typeface="맑은 고딕"/>
                <a:cs typeface="맑은 고딕"/>
              </a:defRPr>
            </a:lvl9pPr>
          </a:lstStyle>
          <a:p xmlns:a="http://schemas.openxmlformats.org/drawingml/2006/main">
            <a:pPr algn="l">
              <a:defRPr sz="1800" b="0">
                <a:solidFill>
                  <a:srgbClr val="223743"/>
                </a:solidFill>
                <a:latin typeface="맑은 고딕"/>
                <a:ea typeface="맑은 고딕"/>
                <a:cs typeface="맑은 고딕"/>
              </a:defRPr>
            </a:pPr>
            <a:r>
              <a:rPr sz="1800" b="0">
                <a:solidFill>
                  <a:srgbClr val="223743"/>
                </a:solidFill>
                <a:latin typeface="맑은 고딕"/>
                <a:ea typeface="맑은 고딕"/>
                <a:cs typeface="맑은 고딕"/>
              </a:rPr>
              <a:t>[5] Srivastava et al. (2014)  Dropout</a:t>
            </a:r>
          </a:p>
        </p:txBody>
      </p:sp>
      <p:sp>
        <p:nvSpPr>
          <p:cNvPr id="9" name="">
            <a:extLst xmlns:a="http://schemas.openxmlformats.org/drawingml/2006/main">
              <a:ext uri="{FF2B5EF4-FFF2-40B4-BE49-F238E27FC236}">
                <a16:creationId xmlns:a16="http://schemas.microsoft.com/office/drawing/2014/main" id="{8DA3A0DB-739A-43FA-BD6A-9E57F3796AF5}"/>
              </a:ext>
            </a:extLst>
          </p:cNvPr>
          <p:cNvSpPr>
            <a:spLocks xmlns:a="http://schemas.openxmlformats.org/drawingml/2006/main" noGrp="1"/>
          </p:cNvSpPr>
          <p:nvPr/>
        </p:nvSpPr>
        <p:spPr>
          <a:xfrm xmlns:a="http://schemas.openxmlformats.org/drawingml/2006/main">
            <a:off x="685800" y="4905375"/>
            <a:ext cx="10801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223743"/>
                </a:solidFill>
                <a:latin typeface="맑은 고딕"/>
                <a:ea typeface="맑은 고딕"/>
                <a:cs typeface="맑은 고딕"/>
              </a:defRPr>
            </a:defPPr>
            <a:lvl1pPr algn="l">
              <a:defRPr sz="1800" b="0">
                <a:solidFill>
                  <a:srgbClr val="223743"/>
                </a:solidFill>
                <a:latin typeface="맑은 고딕"/>
                <a:ea typeface="맑은 고딕"/>
                <a:cs typeface="맑은 고딕"/>
              </a:defRPr>
            </a:lvl1pPr>
            <a:lvl2pPr algn="l">
              <a:defRPr sz="1800" b="0">
                <a:solidFill>
                  <a:srgbClr val="223743"/>
                </a:solidFill>
                <a:latin typeface="맑은 고딕"/>
                <a:ea typeface="맑은 고딕"/>
                <a:cs typeface="맑은 고딕"/>
              </a:defRPr>
            </a:lvl2pPr>
            <a:lvl3pPr algn="l">
              <a:defRPr sz="1800" b="0">
                <a:solidFill>
                  <a:srgbClr val="223743"/>
                </a:solidFill>
                <a:latin typeface="맑은 고딕"/>
                <a:ea typeface="맑은 고딕"/>
                <a:cs typeface="맑은 고딕"/>
              </a:defRPr>
            </a:lvl3pPr>
            <a:lvl4pPr algn="l">
              <a:defRPr sz="1800" b="0">
                <a:solidFill>
                  <a:srgbClr val="223743"/>
                </a:solidFill>
                <a:latin typeface="맑은 고딕"/>
                <a:ea typeface="맑은 고딕"/>
                <a:cs typeface="맑은 고딕"/>
              </a:defRPr>
            </a:lvl4pPr>
            <a:lvl5pPr algn="l">
              <a:defRPr sz="1800" b="0">
                <a:solidFill>
                  <a:srgbClr val="223743"/>
                </a:solidFill>
                <a:latin typeface="맑은 고딕"/>
                <a:ea typeface="맑은 고딕"/>
                <a:cs typeface="맑은 고딕"/>
              </a:defRPr>
            </a:lvl5pPr>
            <a:lvl6pPr algn="l">
              <a:defRPr sz="1800" b="0">
                <a:solidFill>
                  <a:srgbClr val="223743"/>
                </a:solidFill>
                <a:latin typeface="맑은 고딕"/>
                <a:ea typeface="맑은 고딕"/>
                <a:cs typeface="맑은 고딕"/>
              </a:defRPr>
            </a:lvl6pPr>
            <a:lvl7pPr algn="l">
              <a:defRPr sz="1800" b="0">
                <a:solidFill>
                  <a:srgbClr val="223743"/>
                </a:solidFill>
                <a:latin typeface="맑은 고딕"/>
                <a:ea typeface="맑은 고딕"/>
                <a:cs typeface="맑은 고딕"/>
              </a:defRPr>
            </a:lvl7pPr>
            <a:lvl8pPr algn="l">
              <a:defRPr sz="1800" b="0">
                <a:solidFill>
                  <a:srgbClr val="223743"/>
                </a:solidFill>
                <a:latin typeface="맑은 고딕"/>
                <a:ea typeface="맑은 고딕"/>
                <a:cs typeface="맑은 고딕"/>
              </a:defRPr>
            </a:lvl8pPr>
            <a:lvl9pPr algn="l">
              <a:defRPr sz="1800" b="0">
                <a:solidFill>
                  <a:srgbClr val="223743"/>
                </a:solidFill>
                <a:latin typeface="맑은 고딕"/>
                <a:ea typeface="맑은 고딕"/>
                <a:cs typeface="맑은 고딕"/>
              </a:defRPr>
            </a:lvl9pPr>
          </a:lstStyle>
          <a:p xmlns:a="http://schemas.openxmlformats.org/drawingml/2006/main">
            <a:pPr algn="l">
              <a:defRPr sz="1800" b="0">
                <a:solidFill>
                  <a:srgbClr val="223743"/>
                </a:solidFill>
                <a:latin typeface="맑은 고딕"/>
                <a:ea typeface="맑은 고딕"/>
                <a:cs typeface="맑은 고딕"/>
              </a:defRPr>
            </a:pPr>
            <a:r>
              <a:rPr sz="1800" b="0">
                <a:solidFill>
                  <a:srgbClr val="223743"/>
                </a:solidFill>
                <a:latin typeface="맑은 고딕"/>
                <a:ea typeface="맑은 고딕"/>
                <a:cs typeface="맑은 고딕"/>
              </a:rPr>
              <a:t>[6] Silva, Pappa, Chaimowicz (2018)  LoL 경기의 RNN 기반 시계열 결과 예측</a:t>
            </a:r>
          </a:p>
        </p:txBody>
      </p:sp>
      <p:sp>
        <p:nvSpPr>
          <p:cNvPr id="10" name="">
            <a:extLst xmlns:a="http://schemas.openxmlformats.org/drawingml/2006/main">
              <a:ext uri="{FF2B5EF4-FFF2-40B4-BE49-F238E27FC236}">
                <a16:creationId xmlns:a16="http://schemas.microsoft.com/office/drawing/2014/main" id="{FD3707ED-40EC-4853-9D49-DB7484DEF940}"/>
              </a:ext>
            </a:extLst>
          </p:cNvPr>
          <p:cNvSpPr>
            <a:spLocks xmlns:a="http://schemas.openxmlformats.org/drawingml/2006/main" noGrp="1"/>
          </p:cNvSpPr>
          <p:nvPr/>
        </p:nvSpPr>
        <p:spPr>
          <a:xfrm xmlns:a="http://schemas.openxmlformats.org/drawingml/2006/main">
            <a:off x="685800" y="587692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5C6D75"/>
                </a:solidFill>
                <a:latin typeface="맑은 고딕"/>
                <a:ea typeface="맑은 고딕"/>
                <a:cs typeface="맑은 고딕"/>
              </a:defRPr>
            </a:defPPr>
            <a:lvl1pPr algn="l">
              <a:defRPr sz="1650" b="0">
                <a:solidFill>
                  <a:srgbClr val="5C6D75"/>
                </a:solidFill>
                <a:latin typeface="맑은 고딕"/>
                <a:ea typeface="맑은 고딕"/>
                <a:cs typeface="맑은 고딕"/>
              </a:defRPr>
            </a:lvl1pPr>
            <a:lvl2pPr algn="l">
              <a:defRPr sz="1650" b="0">
                <a:solidFill>
                  <a:srgbClr val="5C6D75"/>
                </a:solidFill>
                <a:latin typeface="맑은 고딕"/>
                <a:ea typeface="맑은 고딕"/>
                <a:cs typeface="맑은 고딕"/>
              </a:defRPr>
            </a:lvl2pPr>
            <a:lvl3pPr algn="l">
              <a:defRPr sz="1650" b="0">
                <a:solidFill>
                  <a:srgbClr val="5C6D75"/>
                </a:solidFill>
                <a:latin typeface="맑은 고딕"/>
                <a:ea typeface="맑은 고딕"/>
                <a:cs typeface="맑은 고딕"/>
              </a:defRPr>
            </a:lvl3pPr>
            <a:lvl4pPr algn="l">
              <a:defRPr sz="1650" b="0">
                <a:solidFill>
                  <a:srgbClr val="5C6D75"/>
                </a:solidFill>
                <a:latin typeface="맑은 고딕"/>
                <a:ea typeface="맑은 고딕"/>
                <a:cs typeface="맑은 고딕"/>
              </a:defRPr>
            </a:lvl4pPr>
            <a:lvl5pPr algn="l">
              <a:defRPr sz="1650" b="0">
                <a:solidFill>
                  <a:srgbClr val="5C6D75"/>
                </a:solidFill>
                <a:latin typeface="맑은 고딕"/>
                <a:ea typeface="맑은 고딕"/>
                <a:cs typeface="맑은 고딕"/>
              </a:defRPr>
            </a:lvl5pPr>
            <a:lvl6pPr algn="l">
              <a:defRPr sz="1650" b="0">
                <a:solidFill>
                  <a:srgbClr val="5C6D75"/>
                </a:solidFill>
                <a:latin typeface="맑은 고딕"/>
                <a:ea typeface="맑은 고딕"/>
                <a:cs typeface="맑은 고딕"/>
              </a:defRPr>
            </a:lvl6pPr>
            <a:lvl7pPr algn="l">
              <a:defRPr sz="1650" b="0">
                <a:solidFill>
                  <a:srgbClr val="5C6D75"/>
                </a:solidFill>
                <a:latin typeface="맑은 고딕"/>
                <a:ea typeface="맑은 고딕"/>
                <a:cs typeface="맑은 고딕"/>
              </a:defRPr>
            </a:lvl7pPr>
            <a:lvl8pPr algn="l">
              <a:defRPr sz="1650" b="0">
                <a:solidFill>
                  <a:srgbClr val="5C6D75"/>
                </a:solidFill>
                <a:latin typeface="맑은 고딕"/>
                <a:ea typeface="맑은 고딕"/>
                <a:cs typeface="맑은 고딕"/>
              </a:defRPr>
            </a:lvl8pPr>
            <a:lvl9pPr algn="l">
              <a:defRPr sz="1650" b="0">
                <a:solidFill>
                  <a:srgbClr val="5C6D75"/>
                </a:solidFill>
                <a:latin typeface="맑은 고딕"/>
                <a:ea typeface="맑은 고딕"/>
                <a:cs typeface="맑은 고딕"/>
              </a:defRPr>
            </a:lvl9pPr>
          </a:lstStyle>
          <a:p xmlns:a="http://schemas.openxmlformats.org/drawingml/2006/main">
            <a:pPr algn="l">
              <a:defRPr sz="1650" b="0">
                <a:solidFill>
                  <a:srgbClr val="5C6D75"/>
                </a:solidFill>
                <a:latin typeface="맑은 고딕"/>
                <a:ea typeface="맑은 고딕"/>
                <a:cs typeface="맑은 고딕"/>
              </a:defRPr>
            </a:pPr>
            <a:r>
              <a:rPr sz="1650" b="0">
                <a:solidFill>
                  <a:srgbClr val="5C6D75"/>
                </a:solidFill>
                <a:latin typeface="맑은 고딕"/>
                <a:ea typeface="맑은 고딕"/>
                <a:cs typeface="맑은 고딕"/>
              </a:rPr>
              <a:t>전체 서지·원문 링크·구현 문서는 발표자 노트에 수록</a:t>
            </a:r>
          </a:p>
        </p:txBody>
      </p:sp>
    </p:spTree>
    <p:extLst>
      <p:ext uri="{BB962C8B-B14F-4D97-AF65-F5344CB8AC3E}">
        <p14:creationId xmlns:p14="http://schemas.microsoft.com/office/powerpoint/2010/main" val="17880640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맑은 고딕"/>
        <a:ea typeface=""/>
        <a:cs typeface=""/>
      </a:majorFont>
      <a:minorFont>
        <a:latin typeface="맑은 고딕"/>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2026-10-30T10:57:52.5340000Z</dcterms:created>
  <dcterms:modified xsi:type="dcterms:W3CDTF">2026-10-30T10:57:52.5340000Z</dcterms:modified>
</coreProperties>
</file>